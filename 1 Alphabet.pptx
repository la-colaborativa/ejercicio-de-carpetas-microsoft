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KG Primary Penmanship" charset="1" panose="02000506000000020003"/>
      <p:regular r:id="rId36"/>
    </p:embeddedFont>
    <p:embeddedFont>
      <p:font typeface="Latienne URW Bold" charset="1" panose="000008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07602" y="462849"/>
            <a:ext cx="11499588" cy="8552819"/>
          </a:xfrm>
          <a:custGeom>
            <a:avLst/>
            <a:gdLst/>
            <a:ahLst/>
            <a:cxnLst/>
            <a:rect r="r" b="b" t="t" l="l"/>
            <a:pathLst>
              <a:path h="8552819" w="11499588">
                <a:moveTo>
                  <a:pt x="0" y="0"/>
                </a:moveTo>
                <a:lnTo>
                  <a:pt x="11499589" y="0"/>
                </a:lnTo>
                <a:lnTo>
                  <a:pt x="11499589" y="8552819"/>
                </a:lnTo>
                <a:lnTo>
                  <a:pt x="0" y="8552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77936" y="1489652"/>
            <a:ext cx="16012651" cy="12111387"/>
          </a:xfrm>
          <a:custGeom>
            <a:avLst/>
            <a:gdLst/>
            <a:ahLst/>
            <a:cxnLst/>
            <a:rect r="r" b="b" t="t" l="l"/>
            <a:pathLst>
              <a:path h="12111387" w="16012651">
                <a:moveTo>
                  <a:pt x="0" y="0"/>
                </a:moveTo>
                <a:lnTo>
                  <a:pt x="16012651" y="0"/>
                </a:lnTo>
                <a:lnTo>
                  <a:pt x="16012651" y="12111387"/>
                </a:lnTo>
                <a:lnTo>
                  <a:pt x="0" y="12111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050202" y="462849"/>
            <a:ext cx="10157805" cy="12183274"/>
          </a:xfrm>
          <a:custGeom>
            <a:avLst/>
            <a:gdLst/>
            <a:ahLst/>
            <a:cxnLst/>
            <a:rect r="r" b="b" t="t" l="l"/>
            <a:pathLst>
              <a:path h="12183274" w="10157805">
                <a:moveTo>
                  <a:pt x="0" y="0"/>
                </a:moveTo>
                <a:lnTo>
                  <a:pt x="10157804" y="0"/>
                </a:lnTo>
                <a:lnTo>
                  <a:pt x="10157804" y="12183274"/>
                </a:lnTo>
                <a:lnTo>
                  <a:pt x="0" y="121832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36601" y="5615559"/>
            <a:ext cx="11097398" cy="703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79"/>
              </a:lnSpc>
            </a:pPr>
            <a:r>
              <a:rPr lang="en-US" sz="21532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Alphabet </a:t>
            </a:r>
          </a:p>
          <a:p>
            <a:pPr algn="ctr">
              <a:lnSpc>
                <a:spcPts val="20025"/>
              </a:lnSpc>
            </a:pPr>
            <a:r>
              <a:rPr lang="en-US" sz="21532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A to Z</a:t>
            </a:r>
          </a:p>
          <a:p>
            <a:pPr algn="ctr">
              <a:lnSpc>
                <a:spcPts val="1657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99634" y="0"/>
            <a:ext cx="14488732" cy="10287000"/>
          </a:xfrm>
          <a:custGeom>
            <a:avLst/>
            <a:gdLst/>
            <a:ahLst/>
            <a:cxnLst/>
            <a:rect r="r" b="b" t="t" l="l"/>
            <a:pathLst>
              <a:path h="10287000" w="14488732">
                <a:moveTo>
                  <a:pt x="0" y="0"/>
                </a:moveTo>
                <a:lnTo>
                  <a:pt x="14488732" y="0"/>
                </a:lnTo>
                <a:lnTo>
                  <a:pt x="144887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5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276179" y="468995"/>
            <a:ext cx="5735643" cy="6879332"/>
          </a:xfrm>
          <a:custGeom>
            <a:avLst/>
            <a:gdLst/>
            <a:ahLst/>
            <a:cxnLst/>
            <a:rect r="r" b="b" t="t" l="l"/>
            <a:pathLst>
              <a:path h="6879332" w="5735643">
                <a:moveTo>
                  <a:pt x="0" y="0"/>
                </a:moveTo>
                <a:lnTo>
                  <a:pt x="5735642" y="0"/>
                </a:lnTo>
                <a:lnTo>
                  <a:pt x="5735642" y="6879331"/>
                </a:lnTo>
                <a:lnTo>
                  <a:pt x="0" y="6879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45670" y="6831307"/>
            <a:ext cx="9466441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  <a:spcBef>
                <a:spcPct val="0"/>
              </a:spcBef>
            </a:pPr>
            <a:r>
              <a:rPr lang="en-US" sz="15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A is for apple.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954043" y="1727187"/>
            <a:ext cx="7662767" cy="5095740"/>
          </a:xfrm>
          <a:custGeom>
            <a:avLst/>
            <a:gdLst/>
            <a:ahLst/>
            <a:cxnLst/>
            <a:rect r="r" b="b" t="t" l="l"/>
            <a:pathLst>
              <a:path h="5095740" w="7662767">
                <a:moveTo>
                  <a:pt x="0" y="0"/>
                </a:moveTo>
                <a:lnTo>
                  <a:pt x="7662767" y="0"/>
                </a:lnTo>
                <a:lnTo>
                  <a:pt x="7662767" y="5095740"/>
                </a:lnTo>
                <a:lnTo>
                  <a:pt x="0" y="5095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14999" y="6831307"/>
            <a:ext cx="10171190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  <a:spcBef>
                <a:spcPct val="0"/>
              </a:spcBef>
            </a:pPr>
            <a:r>
              <a:rPr lang="en-US" sz="15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B is for bicycle.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868912" y="6831307"/>
            <a:ext cx="8758967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  <a:spcBef>
                <a:spcPct val="0"/>
              </a:spcBef>
            </a:pPr>
            <a:r>
              <a:rPr lang="en-US" sz="15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C is for cake.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925096" y="485440"/>
            <a:ext cx="4437809" cy="6650667"/>
          </a:xfrm>
          <a:custGeom>
            <a:avLst/>
            <a:gdLst/>
            <a:ahLst/>
            <a:cxnLst/>
            <a:rect r="r" b="b" t="t" l="l"/>
            <a:pathLst>
              <a:path h="6650667" w="4437809">
                <a:moveTo>
                  <a:pt x="0" y="0"/>
                </a:moveTo>
                <a:lnTo>
                  <a:pt x="4437808" y="0"/>
                </a:lnTo>
                <a:lnTo>
                  <a:pt x="4437808" y="6650667"/>
                </a:lnTo>
                <a:lnTo>
                  <a:pt x="0" y="6650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98234" y="1028700"/>
            <a:ext cx="7491532" cy="5534369"/>
          </a:xfrm>
          <a:custGeom>
            <a:avLst/>
            <a:gdLst/>
            <a:ahLst/>
            <a:cxnLst/>
            <a:rect r="r" b="b" t="t" l="l"/>
            <a:pathLst>
              <a:path h="5534369" w="7491532">
                <a:moveTo>
                  <a:pt x="0" y="0"/>
                </a:moveTo>
                <a:lnTo>
                  <a:pt x="7491532" y="0"/>
                </a:lnTo>
                <a:lnTo>
                  <a:pt x="7491532" y="5534369"/>
                </a:lnTo>
                <a:lnTo>
                  <a:pt x="0" y="5534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02845" y="6831307"/>
            <a:ext cx="8247694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  <a:spcBef>
                <a:spcPct val="0"/>
              </a:spcBef>
            </a:pPr>
            <a:r>
              <a:rPr lang="en-US" sz="15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D is for dog.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B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197547" y="963907"/>
            <a:ext cx="8397551" cy="6172200"/>
          </a:xfrm>
          <a:custGeom>
            <a:avLst/>
            <a:gdLst/>
            <a:ahLst/>
            <a:cxnLst/>
            <a:rect r="r" b="b" t="t" l="l"/>
            <a:pathLst>
              <a:path h="6172200" w="8397551">
                <a:moveTo>
                  <a:pt x="0" y="0"/>
                </a:moveTo>
                <a:lnTo>
                  <a:pt x="8397551" y="0"/>
                </a:lnTo>
                <a:lnTo>
                  <a:pt x="839755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15531" y="6850357"/>
            <a:ext cx="10998674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E is for elephant.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4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344772" y="1456261"/>
            <a:ext cx="7598456" cy="5679846"/>
          </a:xfrm>
          <a:custGeom>
            <a:avLst/>
            <a:gdLst/>
            <a:ahLst/>
            <a:cxnLst/>
            <a:rect r="r" b="b" t="t" l="l"/>
            <a:pathLst>
              <a:path h="5679846" w="7598456">
                <a:moveTo>
                  <a:pt x="0" y="0"/>
                </a:moveTo>
                <a:lnTo>
                  <a:pt x="7598456" y="0"/>
                </a:lnTo>
                <a:lnTo>
                  <a:pt x="7598456" y="5679846"/>
                </a:lnTo>
                <a:lnTo>
                  <a:pt x="0" y="5679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49782" y="6850357"/>
            <a:ext cx="7988435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F is for fish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5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7243737" y="-359362"/>
            <a:ext cx="3800526" cy="9654355"/>
          </a:xfrm>
          <a:custGeom>
            <a:avLst/>
            <a:gdLst/>
            <a:ahLst/>
            <a:cxnLst/>
            <a:rect r="r" b="b" t="t" l="l"/>
            <a:pathLst>
              <a:path h="9654355" w="3800526">
                <a:moveTo>
                  <a:pt x="0" y="0"/>
                </a:moveTo>
                <a:lnTo>
                  <a:pt x="3800526" y="0"/>
                </a:lnTo>
                <a:lnTo>
                  <a:pt x="3800526" y="9654355"/>
                </a:lnTo>
                <a:lnTo>
                  <a:pt x="0" y="9654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39346" y="6736082"/>
            <a:ext cx="9631831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G is for guitar.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632610" y="6850357"/>
            <a:ext cx="9283769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H is for house.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038542" y="581051"/>
            <a:ext cx="6210915" cy="6555056"/>
          </a:xfrm>
          <a:custGeom>
            <a:avLst/>
            <a:gdLst/>
            <a:ahLst/>
            <a:cxnLst/>
            <a:rect r="r" b="b" t="t" l="l"/>
            <a:pathLst>
              <a:path h="6555056" w="6210915">
                <a:moveTo>
                  <a:pt x="0" y="0"/>
                </a:moveTo>
                <a:lnTo>
                  <a:pt x="6210916" y="0"/>
                </a:lnTo>
                <a:lnTo>
                  <a:pt x="6210916" y="6555056"/>
                </a:lnTo>
                <a:lnTo>
                  <a:pt x="0" y="65550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357155" y="146004"/>
            <a:ext cx="3573690" cy="6990103"/>
          </a:xfrm>
          <a:custGeom>
            <a:avLst/>
            <a:gdLst/>
            <a:ahLst/>
            <a:cxnLst/>
            <a:rect r="r" b="b" t="t" l="l"/>
            <a:pathLst>
              <a:path h="6990103" w="3573690">
                <a:moveTo>
                  <a:pt x="0" y="0"/>
                </a:moveTo>
                <a:lnTo>
                  <a:pt x="3573690" y="0"/>
                </a:lnTo>
                <a:lnTo>
                  <a:pt x="3573690" y="6990103"/>
                </a:lnTo>
                <a:lnTo>
                  <a:pt x="0" y="6990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79783" y="6850357"/>
            <a:ext cx="11528434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I is for icecream.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405937" y="1028700"/>
            <a:ext cx="5476125" cy="5674741"/>
          </a:xfrm>
          <a:custGeom>
            <a:avLst/>
            <a:gdLst/>
            <a:ahLst/>
            <a:cxnLst/>
            <a:rect r="r" b="b" t="t" l="l"/>
            <a:pathLst>
              <a:path h="5674741" w="5476125">
                <a:moveTo>
                  <a:pt x="0" y="0"/>
                </a:moveTo>
                <a:lnTo>
                  <a:pt x="5476126" y="0"/>
                </a:lnTo>
                <a:lnTo>
                  <a:pt x="5476126" y="5674741"/>
                </a:lnTo>
                <a:lnTo>
                  <a:pt x="0" y="5674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65680" y="7266854"/>
            <a:ext cx="9756639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J is for jacket.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B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11039" y="1028700"/>
            <a:ext cx="8865923" cy="5918003"/>
          </a:xfrm>
          <a:custGeom>
            <a:avLst/>
            <a:gdLst/>
            <a:ahLst/>
            <a:cxnLst/>
            <a:rect r="r" b="b" t="t" l="l"/>
            <a:pathLst>
              <a:path h="5918003" w="8865923">
                <a:moveTo>
                  <a:pt x="0" y="0"/>
                </a:moveTo>
                <a:lnTo>
                  <a:pt x="8865922" y="0"/>
                </a:lnTo>
                <a:lnTo>
                  <a:pt x="8865922" y="5918003"/>
                </a:lnTo>
                <a:lnTo>
                  <a:pt x="0" y="5918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36071" y="6850357"/>
            <a:ext cx="7972451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K is for kite.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4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113199" y="1028700"/>
            <a:ext cx="6061601" cy="6107407"/>
          </a:xfrm>
          <a:custGeom>
            <a:avLst/>
            <a:gdLst/>
            <a:ahLst/>
            <a:cxnLst/>
            <a:rect r="r" b="b" t="t" l="l"/>
            <a:pathLst>
              <a:path h="6107407" w="6061601">
                <a:moveTo>
                  <a:pt x="0" y="0"/>
                </a:moveTo>
                <a:lnTo>
                  <a:pt x="6061602" y="0"/>
                </a:lnTo>
                <a:lnTo>
                  <a:pt x="6061602" y="6107407"/>
                </a:lnTo>
                <a:lnTo>
                  <a:pt x="0" y="6107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26608" y="6850357"/>
            <a:ext cx="7643575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L is for lion.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5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29401" y="1028700"/>
            <a:ext cx="5029198" cy="6068414"/>
          </a:xfrm>
          <a:custGeom>
            <a:avLst/>
            <a:gdLst/>
            <a:ahLst/>
            <a:cxnLst/>
            <a:rect r="r" b="b" t="t" l="l"/>
            <a:pathLst>
              <a:path h="6068414" w="5029198">
                <a:moveTo>
                  <a:pt x="0" y="0"/>
                </a:moveTo>
                <a:lnTo>
                  <a:pt x="5029198" y="0"/>
                </a:lnTo>
                <a:lnTo>
                  <a:pt x="5029198" y="6068414"/>
                </a:lnTo>
                <a:lnTo>
                  <a:pt x="0" y="6068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94796" y="6850357"/>
            <a:ext cx="8307199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M is for milk.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11169" y="1643233"/>
            <a:ext cx="2926652" cy="4114800"/>
          </a:xfrm>
          <a:custGeom>
            <a:avLst/>
            <a:gdLst/>
            <a:ahLst/>
            <a:cxnLst/>
            <a:rect r="r" b="b" t="t" l="l"/>
            <a:pathLst>
              <a:path h="4114800" w="2926652">
                <a:moveTo>
                  <a:pt x="0" y="0"/>
                </a:moveTo>
                <a:lnTo>
                  <a:pt x="2926651" y="0"/>
                </a:lnTo>
                <a:lnTo>
                  <a:pt x="29266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53757" y="6850357"/>
            <a:ext cx="8441476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N is for nose.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575651" y="1407890"/>
            <a:ext cx="5136698" cy="5295565"/>
          </a:xfrm>
          <a:custGeom>
            <a:avLst/>
            <a:gdLst/>
            <a:ahLst/>
            <a:cxnLst/>
            <a:rect r="r" b="b" t="t" l="l"/>
            <a:pathLst>
              <a:path h="5295565" w="5136698">
                <a:moveTo>
                  <a:pt x="0" y="0"/>
                </a:moveTo>
                <a:lnTo>
                  <a:pt x="5136698" y="0"/>
                </a:lnTo>
                <a:lnTo>
                  <a:pt x="5136698" y="5295565"/>
                </a:lnTo>
                <a:lnTo>
                  <a:pt x="0" y="5295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03352" y="6850357"/>
            <a:ext cx="10690086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O is for orange.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150894" y="325590"/>
            <a:ext cx="9986212" cy="7626969"/>
          </a:xfrm>
          <a:custGeom>
            <a:avLst/>
            <a:gdLst/>
            <a:ahLst/>
            <a:cxnLst/>
            <a:rect r="r" b="b" t="t" l="l"/>
            <a:pathLst>
              <a:path h="7626969" w="9986212">
                <a:moveTo>
                  <a:pt x="0" y="0"/>
                </a:moveTo>
                <a:lnTo>
                  <a:pt x="9986212" y="0"/>
                </a:lnTo>
                <a:lnTo>
                  <a:pt x="9986212" y="7626969"/>
                </a:lnTo>
                <a:lnTo>
                  <a:pt x="0" y="7626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91794" y="7163544"/>
            <a:ext cx="10513204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P is for pumpkin.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B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71375" y="394162"/>
            <a:ext cx="5545250" cy="6741945"/>
          </a:xfrm>
          <a:custGeom>
            <a:avLst/>
            <a:gdLst/>
            <a:ahLst/>
            <a:cxnLst/>
            <a:rect r="r" b="b" t="t" l="l"/>
            <a:pathLst>
              <a:path h="6741945" w="5545250">
                <a:moveTo>
                  <a:pt x="0" y="0"/>
                </a:moveTo>
                <a:lnTo>
                  <a:pt x="5545250" y="0"/>
                </a:lnTo>
                <a:lnTo>
                  <a:pt x="5545250" y="6741945"/>
                </a:lnTo>
                <a:lnTo>
                  <a:pt x="0" y="6741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30839" y="6850357"/>
            <a:ext cx="9626323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Q is for queen.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C5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286187" y="749876"/>
            <a:ext cx="3715625" cy="6386231"/>
          </a:xfrm>
          <a:custGeom>
            <a:avLst/>
            <a:gdLst/>
            <a:ahLst/>
            <a:cxnLst/>
            <a:rect r="r" b="b" t="t" l="l"/>
            <a:pathLst>
              <a:path h="6386231" w="3715625">
                <a:moveTo>
                  <a:pt x="0" y="0"/>
                </a:moveTo>
                <a:lnTo>
                  <a:pt x="3715626" y="0"/>
                </a:lnTo>
                <a:lnTo>
                  <a:pt x="3715626" y="6386231"/>
                </a:lnTo>
                <a:lnTo>
                  <a:pt x="0" y="6386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30520" y="6850357"/>
            <a:ext cx="9626959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R is for rabbit.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5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840428" y="528964"/>
            <a:ext cx="6607143" cy="6607143"/>
          </a:xfrm>
          <a:custGeom>
            <a:avLst/>
            <a:gdLst/>
            <a:ahLst/>
            <a:cxnLst/>
            <a:rect r="r" b="b" t="t" l="l"/>
            <a:pathLst>
              <a:path h="6607143" w="6607143">
                <a:moveTo>
                  <a:pt x="0" y="0"/>
                </a:moveTo>
                <a:lnTo>
                  <a:pt x="6607144" y="0"/>
                </a:lnTo>
                <a:lnTo>
                  <a:pt x="6607144" y="6607143"/>
                </a:lnTo>
                <a:lnTo>
                  <a:pt x="0" y="6607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11093" y="6850357"/>
            <a:ext cx="7779001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S is for sun.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51209" y="1028700"/>
            <a:ext cx="8585582" cy="5011834"/>
          </a:xfrm>
          <a:custGeom>
            <a:avLst/>
            <a:gdLst/>
            <a:ahLst/>
            <a:cxnLst/>
            <a:rect r="r" b="b" t="t" l="l"/>
            <a:pathLst>
              <a:path h="5011834" w="8585582">
                <a:moveTo>
                  <a:pt x="0" y="0"/>
                </a:moveTo>
                <a:lnTo>
                  <a:pt x="8585582" y="0"/>
                </a:lnTo>
                <a:lnTo>
                  <a:pt x="8585582" y="5011834"/>
                </a:lnTo>
                <a:lnTo>
                  <a:pt x="0" y="501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46922" y="6850357"/>
            <a:ext cx="9402946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T is for turtle.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136033" y="845682"/>
            <a:ext cx="6015934" cy="6290425"/>
          </a:xfrm>
          <a:custGeom>
            <a:avLst/>
            <a:gdLst/>
            <a:ahLst/>
            <a:cxnLst/>
            <a:rect r="r" b="b" t="t" l="l"/>
            <a:pathLst>
              <a:path h="6290425" w="6015934">
                <a:moveTo>
                  <a:pt x="0" y="0"/>
                </a:moveTo>
                <a:lnTo>
                  <a:pt x="6015934" y="0"/>
                </a:lnTo>
                <a:lnTo>
                  <a:pt x="6015934" y="6290425"/>
                </a:lnTo>
                <a:lnTo>
                  <a:pt x="0" y="6290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95689" y="6850357"/>
            <a:ext cx="8409809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U is umbrella.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BF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203434" y="1028700"/>
            <a:ext cx="3881132" cy="5505151"/>
          </a:xfrm>
          <a:custGeom>
            <a:avLst/>
            <a:gdLst/>
            <a:ahLst/>
            <a:cxnLst/>
            <a:rect r="r" b="b" t="t" l="l"/>
            <a:pathLst>
              <a:path h="5505151" w="3881132">
                <a:moveTo>
                  <a:pt x="0" y="0"/>
                </a:moveTo>
                <a:lnTo>
                  <a:pt x="3881132" y="0"/>
                </a:lnTo>
                <a:lnTo>
                  <a:pt x="3881132" y="5505151"/>
                </a:lnTo>
                <a:lnTo>
                  <a:pt x="0" y="5505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52591" y="6850357"/>
            <a:ext cx="8800401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V is for violin.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B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358030" y="1028700"/>
            <a:ext cx="3571941" cy="5592080"/>
          </a:xfrm>
          <a:custGeom>
            <a:avLst/>
            <a:gdLst/>
            <a:ahLst/>
            <a:cxnLst/>
            <a:rect r="r" b="b" t="t" l="l"/>
            <a:pathLst>
              <a:path h="5592080" w="3571941">
                <a:moveTo>
                  <a:pt x="0" y="0"/>
                </a:moveTo>
                <a:lnTo>
                  <a:pt x="3571940" y="0"/>
                </a:lnTo>
                <a:lnTo>
                  <a:pt x="3571940" y="5592080"/>
                </a:lnTo>
                <a:lnTo>
                  <a:pt x="0" y="5592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61319" y="6850357"/>
            <a:ext cx="11146312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W is for water.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94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090297" y="1028700"/>
            <a:ext cx="6107407" cy="6107407"/>
          </a:xfrm>
          <a:custGeom>
            <a:avLst/>
            <a:gdLst/>
            <a:ahLst/>
            <a:cxnLst/>
            <a:rect r="r" b="b" t="t" l="l"/>
            <a:pathLst>
              <a:path h="6107407" w="6107407">
                <a:moveTo>
                  <a:pt x="0" y="0"/>
                </a:moveTo>
                <a:lnTo>
                  <a:pt x="6107406" y="0"/>
                </a:lnTo>
                <a:lnTo>
                  <a:pt x="6107406" y="6107407"/>
                </a:lnTo>
                <a:lnTo>
                  <a:pt x="0" y="6107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88508" y="6850357"/>
            <a:ext cx="9024172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X is for x-ray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57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923682" y="1215542"/>
            <a:ext cx="6701624" cy="5461824"/>
          </a:xfrm>
          <a:custGeom>
            <a:avLst/>
            <a:gdLst/>
            <a:ahLst/>
            <a:cxnLst/>
            <a:rect r="r" b="b" t="t" l="l"/>
            <a:pathLst>
              <a:path h="5461824" w="6701624">
                <a:moveTo>
                  <a:pt x="0" y="0"/>
                </a:moveTo>
                <a:lnTo>
                  <a:pt x="6701625" y="0"/>
                </a:lnTo>
                <a:lnTo>
                  <a:pt x="6701625" y="5461824"/>
                </a:lnTo>
                <a:lnTo>
                  <a:pt x="0" y="5461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03639" y="6850357"/>
            <a:ext cx="8541712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Y is for yarn.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1849" y="-1378651"/>
            <a:ext cx="13044301" cy="1304430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598659" y="963907"/>
            <a:ext cx="7090682" cy="6172200"/>
          </a:xfrm>
          <a:custGeom>
            <a:avLst/>
            <a:gdLst/>
            <a:ahLst/>
            <a:cxnLst/>
            <a:rect r="r" b="b" t="t" l="l"/>
            <a:pathLst>
              <a:path h="6172200" w="7090682">
                <a:moveTo>
                  <a:pt x="0" y="0"/>
                </a:moveTo>
                <a:lnTo>
                  <a:pt x="7090682" y="0"/>
                </a:lnTo>
                <a:lnTo>
                  <a:pt x="70906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37187" y="6850357"/>
            <a:ext cx="9222418" cy="2522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80"/>
              </a:lnSpc>
              <a:spcBef>
                <a:spcPct val="0"/>
              </a:spcBef>
            </a:pPr>
            <a:r>
              <a:rPr lang="en-US" sz="147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  <a:sym typeface="KG Primary Penmanship"/>
              </a:rPr>
              <a:t>Z is for zebra.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4903" y="2649351"/>
            <a:ext cx="8719097" cy="496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97"/>
              </a:lnSpc>
            </a:pPr>
            <a:r>
              <a:rPr lang="en-US" sz="7212">
                <a:solidFill>
                  <a:srgbClr val="000000"/>
                </a:solidFill>
                <a:latin typeface="Latienne URW Bold"/>
                <a:ea typeface="Latienne URW Bold"/>
                <a:cs typeface="Latienne URW Bold"/>
                <a:sym typeface="Latienne URW Bold"/>
              </a:rPr>
              <a:t>What is your name?</a:t>
            </a:r>
          </a:p>
          <a:p>
            <a:pPr algn="ctr">
              <a:lnSpc>
                <a:spcPts val="8325"/>
              </a:lnSpc>
            </a:pPr>
            <a:r>
              <a:rPr lang="en-US" sz="5946">
                <a:solidFill>
                  <a:srgbClr val="000000"/>
                </a:solidFill>
                <a:latin typeface="Latienne URW Bold"/>
                <a:ea typeface="Latienne URW Bold"/>
                <a:cs typeface="Latienne URW Bold"/>
                <a:sym typeface="Latienne URW Bold"/>
              </a:rPr>
              <a:t>Kijan ou rele?</a:t>
            </a:r>
          </a:p>
          <a:p>
            <a:pPr algn="ctr">
              <a:lnSpc>
                <a:spcPts val="10097"/>
              </a:lnSpc>
            </a:pPr>
          </a:p>
          <a:p>
            <a:pPr algn="ctr">
              <a:lnSpc>
                <a:spcPts val="10097"/>
              </a:lnSpc>
            </a:pPr>
            <a:r>
              <a:rPr lang="en-US" sz="7212">
                <a:solidFill>
                  <a:srgbClr val="000000"/>
                </a:solidFill>
                <a:latin typeface="Latienne URW Bold"/>
                <a:ea typeface="Latienne URW Bold"/>
                <a:cs typeface="Latienne URW Bold"/>
                <a:sym typeface="Latienne URW Bold"/>
              </a:rPr>
              <a:t>A-B-I-G-A-I-L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783979" y="2715827"/>
            <a:ext cx="8271689" cy="5108984"/>
          </a:xfrm>
          <a:custGeom>
            <a:avLst/>
            <a:gdLst/>
            <a:ahLst/>
            <a:cxnLst/>
            <a:rect r="r" b="b" t="t" l="l"/>
            <a:pathLst>
              <a:path h="5108984" w="8271689">
                <a:moveTo>
                  <a:pt x="0" y="0"/>
                </a:moveTo>
                <a:lnTo>
                  <a:pt x="8271689" y="0"/>
                </a:lnTo>
                <a:lnTo>
                  <a:pt x="8271689" y="5108984"/>
                </a:lnTo>
                <a:lnTo>
                  <a:pt x="0" y="5108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E7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89879" y="714375"/>
            <a:ext cx="10708243" cy="1004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7"/>
              </a:lnSpc>
            </a:pPr>
            <a:r>
              <a:rPr lang="en-US" sz="8248">
                <a:solidFill>
                  <a:srgbClr val="000000"/>
                </a:solidFill>
                <a:latin typeface="Latienne URW Bold"/>
                <a:ea typeface="Latienne URW Bold"/>
                <a:cs typeface="Latienne URW Bold"/>
                <a:sym typeface="Latienne URW Bold"/>
              </a:rPr>
              <a:t>Where are you from?</a:t>
            </a:r>
          </a:p>
          <a:p>
            <a:pPr algn="ctr">
              <a:lnSpc>
                <a:spcPts val="9520"/>
              </a:lnSpc>
            </a:pPr>
            <a:r>
              <a:rPr lang="en-US" sz="6800">
                <a:solidFill>
                  <a:srgbClr val="000000"/>
                </a:solidFill>
                <a:latin typeface="Latienne URW Bold"/>
                <a:ea typeface="Latienne URW Bold"/>
                <a:cs typeface="Latienne URW Bold"/>
                <a:sym typeface="Latienne URW Bold"/>
              </a:rPr>
              <a:t>Ki kote ou soti?</a:t>
            </a:r>
          </a:p>
          <a:p>
            <a:pPr algn="ctr">
              <a:lnSpc>
                <a:spcPts val="11547"/>
              </a:lnSpc>
            </a:pPr>
          </a:p>
          <a:p>
            <a:pPr algn="ctr">
              <a:lnSpc>
                <a:spcPts val="11547"/>
              </a:lnSpc>
            </a:pPr>
            <a:r>
              <a:rPr lang="en-US" sz="8248">
                <a:solidFill>
                  <a:srgbClr val="000000"/>
                </a:solidFill>
                <a:latin typeface="Latienne URW Bold"/>
                <a:ea typeface="Latienne URW Bold"/>
                <a:cs typeface="Latienne URW Bold"/>
                <a:sym typeface="Latienne URW Bold"/>
              </a:rPr>
              <a:t>H-A-I-T-I</a:t>
            </a:r>
          </a:p>
          <a:p>
            <a:pPr algn="ctr">
              <a:lnSpc>
                <a:spcPts val="11547"/>
              </a:lnSpc>
            </a:pPr>
          </a:p>
          <a:p>
            <a:pPr algn="ctr">
              <a:lnSpc>
                <a:spcPts val="11547"/>
              </a:lnSpc>
            </a:pPr>
            <a:r>
              <a:rPr lang="en-US" sz="8248">
                <a:solidFill>
                  <a:srgbClr val="000000"/>
                </a:solidFill>
                <a:latin typeface="Latienne URW Bold"/>
                <a:ea typeface="Latienne URW Bold"/>
                <a:cs typeface="Latienne URW Bold"/>
                <a:sym typeface="Latienne URW Bold"/>
              </a:rPr>
              <a:t>E-L   S-A-L-V-A-D-O-R</a:t>
            </a:r>
          </a:p>
          <a:p>
            <a:pPr algn="ctr">
              <a:lnSpc>
                <a:spcPts val="11547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DAGhFUTpP_c</dc:identifier>
  <dcterms:modified xsi:type="dcterms:W3CDTF">2011-08-01T06:04:30Z</dcterms:modified>
  <cp:revision>1</cp:revision>
  <dc:title>1: Alphabet</dc:title>
</cp:coreProperties>
</file>