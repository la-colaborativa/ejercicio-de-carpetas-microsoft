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9753600" cy="7315200"/>
  <p:notesSz cx="6858000" cy="9144000"/>
  <p:embeddedFontLst>
    <p:embeddedFont>
      <p:font typeface="Latienne URW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 varScale="1">
        <p:scale>
          <a:sx n="73" d="100"/>
          <a:sy n="73" d="100"/>
        </p:scale>
        <p:origin x="1627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89615" y="0"/>
            <a:ext cx="1904016" cy="7374641"/>
            <a:chOff x="0" y="0"/>
            <a:chExt cx="1255347" cy="47151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5347" cy="4715136"/>
            </a:xfrm>
            <a:custGeom>
              <a:avLst/>
              <a:gdLst/>
              <a:ahLst/>
              <a:cxnLst/>
              <a:rect l="l" t="t" r="r" b="b"/>
              <a:pathLst>
                <a:path w="1255347" h="4715136">
                  <a:moveTo>
                    <a:pt x="0" y="0"/>
                  </a:moveTo>
                  <a:lnTo>
                    <a:pt x="1255347" y="0"/>
                  </a:lnTo>
                  <a:lnTo>
                    <a:pt x="1255347" y="4715136"/>
                  </a:lnTo>
                  <a:lnTo>
                    <a:pt x="0" y="4715136"/>
                  </a:lnTo>
                  <a:close/>
                </a:path>
              </a:pathLst>
            </a:custGeom>
            <a:solidFill>
              <a:srgbClr val="F478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2819400" y="5438420"/>
            <a:ext cx="4823593" cy="1352562"/>
          </a:xfrm>
          <a:custGeom>
            <a:avLst/>
            <a:gdLst/>
            <a:ahLst/>
            <a:cxnLst/>
            <a:rect l="l" t="t" r="r" b="b"/>
            <a:pathLst>
              <a:path w="4823593" h="1352562">
                <a:moveTo>
                  <a:pt x="0" y="0"/>
                </a:moveTo>
                <a:lnTo>
                  <a:pt x="4823593" y="0"/>
                </a:lnTo>
                <a:lnTo>
                  <a:pt x="4823593" y="1352562"/>
                </a:lnTo>
                <a:lnTo>
                  <a:pt x="0" y="1352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655524" y="3716792"/>
            <a:ext cx="5570311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677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MGC Curriculum Development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5400" y="1706431"/>
            <a:ext cx="8290560" cy="1340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4400" b="1" dirty="0" err="1">
                <a:solidFill>
                  <a:srgbClr val="00677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MassHire</a:t>
            </a:r>
            <a:r>
              <a:rPr lang="en-US" sz="4400" b="1" dirty="0">
                <a:solidFill>
                  <a:srgbClr val="00677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 &amp; La </a:t>
            </a:r>
            <a:r>
              <a:rPr lang="en-US" sz="4400" b="1" dirty="0" err="1">
                <a:solidFill>
                  <a:srgbClr val="00677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Colaborativa</a:t>
            </a:r>
            <a:r>
              <a:rPr lang="en-US" sz="4400" b="1" dirty="0">
                <a:solidFill>
                  <a:srgbClr val="00677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: Digital Education Project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0F5D4E6-0CF6-7C28-4C4A-C3D02837F937}"/>
              </a:ext>
            </a:extLst>
          </p:cNvPr>
          <p:cNvGrpSpPr/>
          <p:nvPr/>
        </p:nvGrpSpPr>
        <p:grpSpPr>
          <a:xfrm>
            <a:off x="0" y="1326190"/>
            <a:ext cx="9220198" cy="7107066"/>
            <a:chOff x="-2293490" y="492064"/>
            <a:chExt cx="9220198" cy="6545863"/>
          </a:xfrm>
        </p:grpSpPr>
        <p:grpSp>
          <p:nvGrpSpPr>
            <p:cNvPr id="3" name="Group 3"/>
            <p:cNvGrpSpPr/>
            <p:nvPr/>
          </p:nvGrpSpPr>
          <p:grpSpPr>
            <a:xfrm>
              <a:off x="-2293490" y="492064"/>
              <a:ext cx="5722490" cy="252373"/>
              <a:chOff x="-95850" y="1019265"/>
              <a:chExt cx="3599128" cy="18072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95850" y="1019265"/>
                <a:ext cx="3599128" cy="180728"/>
              </a:xfrm>
              <a:custGeom>
                <a:avLst/>
                <a:gdLst/>
                <a:ahLst/>
                <a:cxnLst/>
                <a:rect l="l" t="t" r="r" b="b"/>
                <a:pathLst>
                  <a:path w="6236536" h="1134366">
                    <a:moveTo>
                      <a:pt x="0" y="0"/>
                    </a:moveTo>
                    <a:lnTo>
                      <a:pt x="6236536" y="0"/>
                    </a:lnTo>
                    <a:lnTo>
                      <a:pt x="6236536" y="1134366"/>
                    </a:lnTo>
                    <a:lnTo>
                      <a:pt x="0" y="1134366"/>
                    </a:lnTo>
                    <a:close/>
                  </a:path>
                </a:pathLst>
              </a:custGeom>
              <a:solidFill>
                <a:srgbClr val="006770"/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5" name="AutoShape 5"/>
            <p:cNvSpPr/>
            <p:nvPr/>
          </p:nvSpPr>
          <p:spPr>
            <a:xfrm>
              <a:off x="3429000" y="7037927"/>
              <a:ext cx="3497708" cy="0"/>
            </a:xfrm>
            <a:prstGeom prst="line">
              <a:avLst/>
            </a:prstGeom>
            <a:ln w="81280" cap="flat">
              <a:solidFill>
                <a:schemeClr val="accent5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6491866" y="521804"/>
            <a:ext cx="2743200" cy="838200"/>
          </a:xfrm>
          <a:custGeom>
            <a:avLst/>
            <a:gdLst/>
            <a:ahLst/>
            <a:cxnLst/>
            <a:rect l="l" t="t" r="r" b="b"/>
            <a:pathLst>
              <a:path w="2936909" h="811655">
                <a:moveTo>
                  <a:pt x="0" y="0"/>
                </a:moveTo>
                <a:lnTo>
                  <a:pt x="2936909" y="0"/>
                </a:lnTo>
                <a:lnTo>
                  <a:pt x="2936909" y="811655"/>
                </a:lnTo>
                <a:lnTo>
                  <a:pt x="0" y="811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BF3688-5821-3743-EC08-7D7EE03EA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711893"/>
              </p:ext>
            </p:extLst>
          </p:nvPr>
        </p:nvGraphicFramePr>
        <p:xfrm>
          <a:off x="0" y="1669967"/>
          <a:ext cx="9753600" cy="503290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172382215"/>
                    </a:ext>
                  </a:extLst>
                </a:gridCol>
                <a:gridCol w="990599">
                  <a:extLst>
                    <a:ext uri="{9D8B030D-6E8A-4147-A177-3AD203B41FA5}">
                      <a16:colId xmlns:a16="http://schemas.microsoft.com/office/drawing/2014/main" val="2972792890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3431988469"/>
                    </a:ext>
                  </a:extLst>
                </a:gridCol>
                <a:gridCol w="1066802">
                  <a:extLst>
                    <a:ext uri="{9D8B030D-6E8A-4147-A177-3AD203B41FA5}">
                      <a16:colId xmlns:a16="http://schemas.microsoft.com/office/drawing/2014/main" val="1230840176"/>
                    </a:ext>
                  </a:extLst>
                </a:gridCol>
                <a:gridCol w="2057398">
                  <a:extLst>
                    <a:ext uri="{9D8B030D-6E8A-4147-A177-3AD203B41FA5}">
                      <a16:colId xmlns:a16="http://schemas.microsoft.com/office/drawing/2014/main" val="353906226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740406086"/>
                    </a:ext>
                  </a:extLst>
                </a:gridCol>
                <a:gridCol w="1447799">
                  <a:extLst>
                    <a:ext uri="{9D8B030D-6E8A-4147-A177-3AD203B41FA5}">
                      <a16:colId xmlns:a16="http://schemas.microsoft.com/office/drawing/2014/main" val="968508791"/>
                    </a:ext>
                  </a:extLst>
                </a:gridCol>
              </a:tblGrid>
              <a:tr h="10057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Course</a:t>
                      </a:r>
                      <a:endParaRPr lang="en-US" sz="1400" b="1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Developer</a:t>
                      </a:r>
                      <a:endParaRPr lang="en-US" sz="1400" b="1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Hours For Development</a:t>
                      </a:r>
                      <a:endParaRPr lang="en-US" sz="1400" b="1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Course Duration</a:t>
                      </a:r>
                      <a:endParaRPr lang="en-US" sz="1400" b="1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Draft Completion for Internal Review </a:t>
                      </a:r>
                      <a:endParaRPr lang="en-US" sz="1400" b="1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Last Internal Revision Date</a:t>
                      </a:r>
                      <a:endParaRPr lang="en-US" sz="1400" b="1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Deliverables Due</a:t>
                      </a:r>
                      <a:endParaRPr lang="en-US" sz="1400" b="1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9324111"/>
                  </a:ext>
                </a:extLst>
              </a:tr>
              <a:tr h="8068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Data Management/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Storage/Cloud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Nelson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40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12 weeks (12 sessions)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</a:rPr>
                        <a:t>7-Aug-25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</a:rPr>
                        <a:t>14-Aug-25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</a:rPr>
                        <a:t>15-Aug-25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0643315"/>
                  </a:ext>
                </a:extLst>
              </a:tr>
              <a:tr h="8068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Basic Graphic Design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Pablo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40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12 weeks (12 </a:t>
                      </a:r>
                      <a:r>
                        <a:rPr lang="en-US" sz="1600" b="0" dirty="0">
                          <a:effectLst/>
                        </a:rPr>
                        <a:t>sessions)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11-Sep-25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18-Sep-25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19-Sep-25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9436088"/>
                  </a:ext>
                </a:extLst>
              </a:tr>
              <a:tr h="8068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E-commerce &amp; Digital Marketing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Paola Delgado (?)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40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8 weeks (8 sessions)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25-Sep-25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2-Oct-25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3-Oct-25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2454507"/>
                  </a:ext>
                </a:extLst>
              </a:tr>
              <a:tr h="8068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E-Learning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Catherine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40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8 weeks (8 sessions)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09-Oct-25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16-Oct-25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17-Oct-25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4219717"/>
                  </a:ext>
                </a:extLst>
              </a:tr>
              <a:tr h="7460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Touch Typing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Catherine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30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4 weeks (8 sessions)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4-Dec-25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11-Dec-25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12-Dec-25</a:t>
                      </a:r>
                      <a:endParaRPr lang="en-US" sz="1600" b="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113459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62DDD80-7906-749C-DB12-C4BE586CEFFF}"/>
              </a:ext>
            </a:extLst>
          </p:cNvPr>
          <p:cNvSpPr txBox="1"/>
          <p:nvPr/>
        </p:nvSpPr>
        <p:spPr>
          <a:xfrm>
            <a:off x="0" y="159675"/>
            <a:ext cx="64545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5">
                    <a:lumMod val="75000"/>
                  </a:schemeClr>
                </a:solidFill>
                <a:latin typeface="Latienne URW Bold"/>
              </a:rPr>
              <a:t>Calendar</a:t>
            </a:r>
            <a:r>
              <a:rPr lang="en-US" sz="7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4800" b="1" dirty="0">
                <a:solidFill>
                  <a:schemeClr val="accent5">
                    <a:lumMod val="75000"/>
                  </a:schemeClr>
                </a:solidFill>
                <a:latin typeface="Latienne URW Bold"/>
              </a:rPr>
              <a:t>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7980</TotalTime>
  <Words>105</Words>
  <Application>Microsoft Office PowerPoint</Application>
  <PresentationFormat>Custom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Latienne URW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(Presentation (4:3))</dc:title>
  <dc:creator>Catherine Torres</dc:creator>
  <cp:lastModifiedBy>Catherine Torres</cp:lastModifiedBy>
  <cp:revision>4</cp:revision>
  <dcterms:created xsi:type="dcterms:W3CDTF">2006-08-16T00:00:00Z</dcterms:created>
  <dcterms:modified xsi:type="dcterms:W3CDTF">2025-05-01T23:22:48Z</dcterms:modified>
  <dc:identifier>DAGljdcB8do</dc:identifier>
</cp:coreProperties>
</file>