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y Pacheco" userId="f9bd4dc09991d67d" providerId="LiveId" clId="{A982D37E-4FA6-444E-B7E2-5CE7BEA7BD12}"/>
    <pc:docChg chg="undo custSel addSld delSld modSld sldOrd">
      <pc:chgData name="Sindy Pacheco" userId="f9bd4dc09991d67d" providerId="LiveId" clId="{A982D37E-4FA6-444E-B7E2-5CE7BEA7BD12}" dt="2025-03-21T05:26:20.250" v="456" actId="11529"/>
      <pc:docMkLst>
        <pc:docMk/>
      </pc:docMkLst>
      <pc:sldChg chg="modSp del mod">
        <pc:chgData name="Sindy Pacheco" userId="f9bd4dc09991d67d" providerId="LiveId" clId="{A982D37E-4FA6-444E-B7E2-5CE7BEA7BD12}" dt="2025-03-21T05:11:46.820" v="375" actId="2696"/>
        <pc:sldMkLst>
          <pc:docMk/>
          <pc:sldMk cId="363701007" sldId="256"/>
        </pc:sldMkLst>
        <pc:spChg chg="mod">
          <ac:chgData name="Sindy Pacheco" userId="f9bd4dc09991d67d" providerId="LiveId" clId="{A982D37E-4FA6-444E-B7E2-5CE7BEA7BD12}" dt="2025-03-21T05:06:12.993" v="259" actId="14100"/>
          <ac:spMkLst>
            <pc:docMk/>
            <pc:sldMk cId="363701007" sldId="256"/>
            <ac:spMk id="5" creationId="{5590A887-F128-9C9C-A1A1-968CDC3DD413}"/>
          </ac:spMkLst>
        </pc:spChg>
      </pc:sldChg>
      <pc:sldChg chg="setBg modAnim">
        <pc:chgData name="Sindy Pacheco" userId="f9bd4dc09991d67d" providerId="LiveId" clId="{A982D37E-4FA6-444E-B7E2-5CE7BEA7BD12}" dt="2025-03-21T05:18:39.122" v="420"/>
        <pc:sldMkLst>
          <pc:docMk/>
          <pc:sldMk cId="1577166893" sldId="257"/>
        </pc:sldMkLst>
      </pc:sldChg>
      <pc:sldChg chg="setBg modAnim">
        <pc:chgData name="Sindy Pacheco" userId="f9bd4dc09991d67d" providerId="LiveId" clId="{A982D37E-4FA6-444E-B7E2-5CE7BEA7BD12}" dt="2025-03-21T05:17:15.537" v="407"/>
        <pc:sldMkLst>
          <pc:docMk/>
          <pc:sldMk cId="3893706868" sldId="258"/>
        </pc:sldMkLst>
      </pc:sldChg>
      <pc:sldChg chg="modSp mod modAnim">
        <pc:chgData name="Sindy Pacheco" userId="f9bd4dc09991d67d" providerId="LiveId" clId="{A982D37E-4FA6-444E-B7E2-5CE7BEA7BD12}" dt="2025-03-21T05:17:24.314" v="408"/>
        <pc:sldMkLst>
          <pc:docMk/>
          <pc:sldMk cId="3068419278" sldId="259"/>
        </pc:sldMkLst>
        <pc:spChg chg="mod">
          <ac:chgData name="Sindy Pacheco" userId="f9bd4dc09991d67d" providerId="LiveId" clId="{A982D37E-4FA6-444E-B7E2-5CE7BEA7BD12}" dt="2025-03-21T05:13:08.099" v="380" actId="1076"/>
          <ac:spMkLst>
            <pc:docMk/>
            <pc:sldMk cId="3068419278" sldId="259"/>
            <ac:spMk id="3" creationId="{5EE430C8-D563-3795-A7CC-167A301C09C3}"/>
          </ac:spMkLst>
        </pc:spChg>
        <pc:picChg chg="mod">
          <ac:chgData name="Sindy Pacheco" userId="f9bd4dc09991d67d" providerId="LiveId" clId="{A982D37E-4FA6-444E-B7E2-5CE7BEA7BD12}" dt="2025-03-21T05:13:20.950" v="381" actId="14100"/>
          <ac:picMkLst>
            <pc:docMk/>
            <pc:sldMk cId="3068419278" sldId="259"/>
            <ac:picMk id="3074" creationId="{7FDF2B94-3294-D7A0-2F86-C470F87732E8}"/>
          </ac:picMkLst>
        </pc:picChg>
      </pc:sldChg>
      <pc:sldChg chg="modAnim">
        <pc:chgData name="Sindy Pacheco" userId="f9bd4dc09991d67d" providerId="LiveId" clId="{A982D37E-4FA6-444E-B7E2-5CE7BEA7BD12}" dt="2025-03-21T05:17:41.357" v="411"/>
        <pc:sldMkLst>
          <pc:docMk/>
          <pc:sldMk cId="25232716" sldId="260"/>
        </pc:sldMkLst>
      </pc:sldChg>
      <pc:sldChg chg="modAnim">
        <pc:chgData name="Sindy Pacheco" userId="f9bd4dc09991d67d" providerId="LiveId" clId="{A982D37E-4FA6-444E-B7E2-5CE7BEA7BD12}" dt="2025-03-21T05:17:49.530" v="412"/>
        <pc:sldMkLst>
          <pc:docMk/>
          <pc:sldMk cId="262200690" sldId="261"/>
        </pc:sldMkLst>
      </pc:sldChg>
      <pc:sldChg chg="addSp delSp modSp mod modAnim">
        <pc:chgData name="Sindy Pacheco" userId="f9bd4dc09991d67d" providerId="LiveId" clId="{A982D37E-4FA6-444E-B7E2-5CE7BEA7BD12}" dt="2025-03-21T05:18:08.558" v="416"/>
        <pc:sldMkLst>
          <pc:docMk/>
          <pc:sldMk cId="958320580" sldId="262"/>
        </pc:sldMkLst>
        <pc:spChg chg="mod">
          <ac:chgData name="Sindy Pacheco" userId="f9bd4dc09991d67d" providerId="LiveId" clId="{A982D37E-4FA6-444E-B7E2-5CE7BEA7BD12}" dt="2025-03-21T04:34:50.393" v="67"/>
          <ac:spMkLst>
            <pc:docMk/>
            <pc:sldMk cId="958320580" sldId="262"/>
            <ac:spMk id="3" creationId="{94C99578-9C86-1DE1-E0AA-F8E0AAE509E7}"/>
          </ac:spMkLst>
        </pc:spChg>
        <pc:spChg chg="add del mod">
          <ac:chgData name="Sindy Pacheco" userId="f9bd4dc09991d67d" providerId="LiveId" clId="{A982D37E-4FA6-444E-B7E2-5CE7BEA7BD12}" dt="2025-03-21T04:36:51.266" v="74"/>
          <ac:spMkLst>
            <pc:docMk/>
            <pc:sldMk cId="958320580" sldId="262"/>
            <ac:spMk id="4" creationId="{18BD6005-1F30-7B54-B886-7C47C1FBCE9F}"/>
          </ac:spMkLst>
        </pc:spChg>
        <pc:picChg chg="add mod">
          <ac:chgData name="Sindy Pacheco" userId="f9bd4dc09991d67d" providerId="LiveId" clId="{A982D37E-4FA6-444E-B7E2-5CE7BEA7BD12}" dt="2025-03-21T04:36:32.577" v="73"/>
          <ac:picMkLst>
            <pc:docMk/>
            <pc:sldMk cId="958320580" sldId="262"/>
            <ac:picMk id="1026" creationId="{C984F61F-A40D-11C8-5123-EFC53E7E8F5B}"/>
          </ac:picMkLst>
        </pc:picChg>
        <pc:picChg chg="add mod">
          <ac:chgData name="Sindy Pacheco" userId="f9bd4dc09991d67d" providerId="LiveId" clId="{A982D37E-4FA6-444E-B7E2-5CE7BEA7BD12}" dt="2025-03-21T04:36:51.266" v="74"/>
          <ac:picMkLst>
            <pc:docMk/>
            <pc:sldMk cId="958320580" sldId="262"/>
            <ac:picMk id="1028" creationId="{3BA859AA-A5B6-E4C5-C3C1-7C8E25E1F2E6}"/>
          </ac:picMkLst>
        </pc:picChg>
      </pc:sldChg>
      <pc:sldChg chg="addSp delSp modSp mod modAnim">
        <pc:chgData name="Sindy Pacheco" userId="f9bd4dc09991d67d" providerId="LiveId" clId="{A982D37E-4FA6-444E-B7E2-5CE7BEA7BD12}" dt="2025-03-21T05:18:18.493" v="417"/>
        <pc:sldMkLst>
          <pc:docMk/>
          <pc:sldMk cId="3158688688" sldId="263"/>
        </pc:sldMkLst>
        <pc:spChg chg="mod">
          <ac:chgData name="Sindy Pacheco" userId="f9bd4dc09991d67d" providerId="LiveId" clId="{A982D37E-4FA6-444E-B7E2-5CE7BEA7BD12}" dt="2025-03-21T04:37:06.578" v="75" actId="1076"/>
          <ac:spMkLst>
            <pc:docMk/>
            <pc:sldMk cId="3158688688" sldId="263"/>
            <ac:spMk id="2" creationId="{6BDC0CD5-93E4-8C84-38D4-625B01C4E673}"/>
          </ac:spMkLst>
        </pc:spChg>
        <pc:spChg chg="mod">
          <ac:chgData name="Sindy Pacheco" userId="f9bd4dc09991d67d" providerId="LiveId" clId="{A982D37E-4FA6-444E-B7E2-5CE7BEA7BD12}" dt="2025-03-21T04:41:11.476" v="85"/>
          <ac:spMkLst>
            <pc:docMk/>
            <pc:sldMk cId="3158688688" sldId="263"/>
            <ac:spMk id="3" creationId="{125551AB-35C1-03D4-EC08-284C8158401F}"/>
          </ac:spMkLst>
        </pc:spChg>
        <pc:spChg chg="del">
          <ac:chgData name="Sindy Pacheco" userId="f9bd4dc09991d67d" providerId="LiveId" clId="{A982D37E-4FA6-444E-B7E2-5CE7BEA7BD12}" dt="2025-03-21T04:38:49.079" v="78"/>
          <ac:spMkLst>
            <pc:docMk/>
            <pc:sldMk cId="3158688688" sldId="263"/>
            <ac:spMk id="4" creationId="{96E64F10-792C-DFA6-BF20-966F14977041}"/>
          </ac:spMkLst>
        </pc:spChg>
        <pc:picChg chg="add mod">
          <ac:chgData name="Sindy Pacheco" userId="f9bd4dc09991d67d" providerId="LiveId" clId="{A982D37E-4FA6-444E-B7E2-5CE7BEA7BD12}" dt="2025-03-21T04:39:01.645" v="81" actId="14100"/>
          <ac:picMkLst>
            <pc:docMk/>
            <pc:sldMk cId="3158688688" sldId="263"/>
            <ac:picMk id="2050" creationId="{25AFA79D-5887-6BB7-296E-D5ABBAF90A52}"/>
          </ac:picMkLst>
        </pc:picChg>
      </pc:sldChg>
      <pc:sldChg chg="addSp delSp modSp mod modAnim">
        <pc:chgData name="Sindy Pacheco" userId="f9bd4dc09991d67d" providerId="LiveId" clId="{A982D37E-4FA6-444E-B7E2-5CE7BEA7BD12}" dt="2025-03-21T05:19:44.093" v="424"/>
        <pc:sldMkLst>
          <pc:docMk/>
          <pc:sldMk cId="870396818" sldId="264"/>
        </pc:sldMkLst>
        <pc:spChg chg="mod">
          <ac:chgData name="Sindy Pacheco" userId="f9bd4dc09991d67d" providerId="LiveId" clId="{A982D37E-4FA6-444E-B7E2-5CE7BEA7BD12}" dt="2025-03-21T04:28:34.091" v="11" actId="1076"/>
          <ac:spMkLst>
            <pc:docMk/>
            <pc:sldMk cId="870396818" sldId="264"/>
            <ac:spMk id="2" creationId="{A275214A-9E1F-723D-3C75-2EAC8ADCD13F}"/>
          </ac:spMkLst>
        </pc:spChg>
        <pc:spChg chg="mod">
          <ac:chgData name="Sindy Pacheco" userId="f9bd4dc09991d67d" providerId="LiveId" clId="{A982D37E-4FA6-444E-B7E2-5CE7BEA7BD12}" dt="2025-03-21T04:44:25.565" v="117"/>
          <ac:spMkLst>
            <pc:docMk/>
            <pc:sldMk cId="870396818" sldId="264"/>
            <ac:spMk id="3" creationId="{71160169-DAF0-4F17-92BF-E0AFEA08A984}"/>
          </ac:spMkLst>
        </pc:spChg>
        <pc:spChg chg="del">
          <ac:chgData name="Sindy Pacheco" userId="f9bd4dc09991d67d" providerId="LiveId" clId="{A982D37E-4FA6-444E-B7E2-5CE7BEA7BD12}" dt="2025-03-21T04:45:25.459" v="118"/>
          <ac:spMkLst>
            <pc:docMk/>
            <pc:sldMk cId="870396818" sldId="264"/>
            <ac:spMk id="4" creationId="{85CD6C20-47DA-07CF-7921-54628D274BC2}"/>
          </ac:spMkLst>
        </pc:spChg>
        <pc:picChg chg="add mod">
          <ac:chgData name="Sindy Pacheco" userId="f9bd4dc09991d67d" providerId="LiveId" clId="{A982D37E-4FA6-444E-B7E2-5CE7BEA7BD12}" dt="2025-03-21T04:45:28.379" v="119" actId="1076"/>
          <ac:picMkLst>
            <pc:docMk/>
            <pc:sldMk cId="870396818" sldId="264"/>
            <ac:picMk id="3074" creationId="{6C13C019-A370-6244-528A-E70E867A2555}"/>
          </ac:picMkLst>
        </pc:picChg>
      </pc:sldChg>
      <pc:sldChg chg="addSp delSp modSp new mod modAnim">
        <pc:chgData name="Sindy Pacheco" userId="f9bd4dc09991d67d" providerId="LiveId" clId="{A982D37E-4FA6-444E-B7E2-5CE7BEA7BD12}" dt="2025-03-21T05:19:53.480" v="425"/>
        <pc:sldMkLst>
          <pc:docMk/>
          <pc:sldMk cId="83437609" sldId="265"/>
        </pc:sldMkLst>
        <pc:spChg chg="mod">
          <ac:chgData name="Sindy Pacheco" userId="f9bd4dc09991d67d" providerId="LiveId" clId="{A982D37E-4FA6-444E-B7E2-5CE7BEA7BD12}" dt="2025-03-21T04:29:24.241" v="24" actId="1076"/>
          <ac:spMkLst>
            <pc:docMk/>
            <pc:sldMk cId="83437609" sldId="265"/>
            <ac:spMk id="2" creationId="{60B5BD14-CE37-8C9D-206B-8424E57A90A5}"/>
          </ac:spMkLst>
        </pc:spChg>
        <pc:spChg chg="mod">
          <ac:chgData name="Sindy Pacheco" userId="f9bd4dc09991d67d" providerId="LiveId" clId="{A982D37E-4FA6-444E-B7E2-5CE7BEA7BD12}" dt="2025-03-21T04:48:47.291" v="140"/>
          <ac:spMkLst>
            <pc:docMk/>
            <pc:sldMk cId="83437609" sldId="265"/>
            <ac:spMk id="3" creationId="{1186D6EC-08D4-F6CA-3AB8-F3E0A651AD7B}"/>
          </ac:spMkLst>
        </pc:spChg>
        <pc:spChg chg="del">
          <ac:chgData name="Sindy Pacheco" userId="f9bd4dc09991d67d" providerId="LiveId" clId="{A982D37E-4FA6-444E-B7E2-5CE7BEA7BD12}" dt="2025-03-21T04:46:15.073" v="120"/>
          <ac:spMkLst>
            <pc:docMk/>
            <pc:sldMk cId="83437609" sldId="265"/>
            <ac:spMk id="4" creationId="{A88AE054-6590-028D-EB51-615AB9974B2A}"/>
          </ac:spMkLst>
        </pc:spChg>
        <pc:picChg chg="add mod">
          <ac:chgData name="Sindy Pacheco" userId="f9bd4dc09991d67d" providerId="LiveId" clId="{A982D37E-4FA6-444E-B7E2-5CE7BEA7BD12}" dt="2025-03-21T04:46:26.252" v="123" actId="14100"/>
          <ac:picMkLst>
            <pc:docMk/>
            <pc:sldMk cId="83437609" sldId="265"/>
            <ac:picMk id="4098" creationId="{02979E94-7C15-E437-4843-5F21C56A5057}"/>
          </ac:picMkLst>
        </pc:picChg>
      </pc:sldChg>
      <pc:sldChg chg="new del">
        <pc:chgData name="Sindy Pacheco" userId="f9bd4dc09991d67d" providerId="LiveId" clId="{A982D37E-4FA6-444E-B7E2-5CE7BEA7BD12}" dt="2025-03-21T04:28:54.829" v="13" actId="680"/>
        <pc:sldMkLst>
          <pc:docMk/>
          <pc:sldMk cId="2596687081" sldId="265"/>
        </pc:sldMkLst>
      </pc:sldChg>
      <pc:sldChg chg="modSp new del mod">
        <pc:chgData name="Sindy Pacheco" userId="f9bd4dc09991d67d" providerId="LiveId" clId="{A982D37E-4FA6-444E-B7E2-5CE7BEA7BD12}" dt="2025-03-21T04:48:57.941" v="141" actId="2696"/>
        <pc:sldMkLst>
          <pc:docMk/>
          <pc:sldMk cId="1343742243" sldId="266"/>
        </pc:sldMkLst>
        <pc:spChg chg="mod">
          <ac:chgData name="Sindy Pacheco" userId="f9bd4dc09991d67d" providerId="LiveId" clId="{A982D37E-4FA6-444E-B7E2-5CE7BEA7BD12}" dt="2025-03-21T04:30:23.478" v="39" actId="20577"/>
          <ac:spMkLst>
            <pc:docMk/>
            <pc:sldMk cId="1343742243" sldId="266"/>
            <ac:spMk id="2" creationId="{639320F5-7BA7-B3D6-0918-AA27314784B5}"/>
          </ac:spMkLst>
        </pc:spChg>
      </pc:sldChg>
      <pc:sldChg chg="addSp delSp modSp new mod modAnim">
        <pc:chgData name="Sindy Pacheco" userId="f9bd4dc09991d67d" providerId="LiveId" clId="{A982D37E-4FA6-444E-B7E2-5CE7BEA7BD12}" dt="2025-03-21T05:20:04.347" v="427"/>
        <pc:sldMkLst>
          <pc:docMk/>
          <pc:sldMk cId="3451710199" sldId="267"/>
        </pc:sldMkLst>
        <pc:spChg chg="mod">
          <ac:chgData name="Sindy Pacheco" userId="f9bd4dc09991d67d" providerId="LiveId" clId="{A982D37E-4FA6-444E-B7E2-5CE7BEA7BD12}" dt="2025-03-21T04:30:50.366" v="52" actId="1076"/>
          <ac:spMkLst>
            <pc:docMk/>
            <pc:sldMk cId="3451710199" sldId="267"/>
            <ac:spMk id="2" creationId="{B85D9E13-24B5-A0BD-5E20-30CBDE9E0D87}"/>
          </ac:spMkLst>
        </pc:spChg>
        <pc:spChg chg="mod">
          <ac:chgData name="Sindy Pacheco" userId="f9bd4dc09991d67d" providerId="LiveId" clId="{A982D37E-4FA6-444E-B7E2-5CE7BEA7BD12}" dt="2025-03-21T04:51:23.192" v="157"/>
          <ac:spMkLst>
            <pc:docMk/>
            <pc:sldMk cId="3451710199" sldId="267"/>
            <ac:spMk id="3" creationId="{E464F6C2-67D8-406B-B5D7-CFB1850BAD25}"/>
          </ac:spMkLst>
        </pc:spChg>
        <pc:spChg chg="del mod">
          <ac:chgData name="Sindy Pacheco" userId="f9bd4dc09991d67d" providerId="LiveId" clId="{A982D37E-4FA6-444E-B7E2-5CE7BEA7BD12}" dt="2025-03-21T04:52:07.676" v="158"/>
          <ac:spMkLst>
            <pc:docMk/>
            <pc:sldMk cId="3451710199" sldId="267"/>
            <ac:spMk id="4" creationId="{3E9C2F2A-76BC-CE6B-F19B-FB2BF4D0D994}"/>
          </ac:spMkLst>
        </pc:spChg>
        <pc:picChg chg="add mod">
          <ac:chgData name="Sindy Pacheco" userId="f9bd4dc09991d67d" providerId="LiveId" clId="{A982D37E-4FA6-444E-B7E2-5CE7BEA7BD12}" dt="2025-03-21T04:52:16.970" v="161" actId="1076"/>
          <ac:picMkLst>
            <pc:docMk/>
            <pc:sldMk cId="3451710199" sldId="267"/>
            <ac:picMk id="5122" creationId="{753E3CBD-6B52-9032-BFF1-266C2CB02522}"/>
          </ac:picMkLst>
        </pc:picChg>
      </pc:sldChg>
      <pc:sldChg chg="addSp delSp modSp new mod ord modAnim">
        <pc:chgData name="Sindy Pacheco" userId="f9bd4dc09991d67d" providerId="LiveId" clId="{A982D37E-4FA6-444E-B7E2-5CE7BEA7BD12}" dt="2025-03-21T05:19:31.023" v="423"/>
        <pc:sldMkLst>
          <pc:docMk/>
          <pc:sldMk cId="139069060" sldId="268"/>
        </pc:sldMkLst>
        <pc:spChg chg="mod">
          <ac:chgData name="Sindy Pacheco" userId="f9bd4dc09991d67d" providerId="LiveId" clId="{A982D37E-4FA6-444E-B7E2-5CE7BEA7BD12}" dt="2025-03-21T04:54:21.243" v="215" actId="1076"/>
          <ac:spMkLst>
            <pc:docMk/>
            <pc:sldMk cId="139069060" sldId="268"/>
            <ac:spMk id="2" creationId="{534D7C55-7A45-6A40-03D7-51EDE31CA70E}"/>
          </ac:spMkLst>
        </pc:spChg>
        <pc:spChg chg="mod">
          <ac:chgData name="Sindy Pacheco" userId="f9bd4dc09991d67d" providerId="LiveId" clId="{A982D37E-4FA6-444E-B7E2-5CE7BEA7BD12}" dt="2025-03-21T05:04:28.302" v="257" actId="1076"/>
          <ac:spMkLst>
            <pc:docMk/>
            <pc:sldMk cId="139069060" sldId="268"/>
            <ac:spMk id="3" creationId="{2718765D-3E67-AE96-5637-9D6448B0847E}"/>
          </ac:spMkLst>
        </pc:spChg>
        <pc:spChg chg="add del">
          <ac:chgData name="Sindy Pacheco" userId="f9bd4dc09991d67d" providerId="LiveId" clId="{A982D37E-4FA6-444E-B7E2-5CE7BEA7BD12}" dt="2025-03-21T04:57:43.472" v="227"/>
          <ac:spMkLst>
            <pc:docMk/>
            <pc:sldMk cId="139069060" sldId="268"/>
            <ac:spMk id="4" creationId="{A16F8020-D6F9-9E58-4406-28440CEA2A70}"/>
          </ac:spMkLst>
        </pc:spChg>
        <pc:spChg chg="add del mod">
          <ac:chgData name="Sindy Pacheco" userId="f9bd4dc09991d67d" providerId="LiveId" clId="{A982D37E-4FA6-444E-B7E2-5CE7BEA7BD12}" dt="2025-03-21T04:57:12.561" v="225"/>
          <ac:spMkLst>
            <pc:docMk/>
            <pc:sldMk cId="139069060" sldId="268"/>
            <ac:spMk id="5" creationId="{8CE5978B-FB02-5926-8E74-403FB21213A8}"/>
          </ac:spMkLst>
        </pc:spChg>
        <pc:spChg chg="add del mod">
          <ac:chgData name="Sindy Pacheco" userId="f9bd4dc09991d67d" providerId="LiveId" clId="{A982D37E-4FA6-444E-B7E2-5CE7BEA7BD12}" dt="2025-03-21T04:57:11.253" v="224"/>
          <ac:spMkLst>
            <pc:docMk/>
            <pc:sldMk cId="139069060" sldId="268"/>
            <ac:spMk id="6" creationId="{5AC23DF2-FFF5-8886-2381-66C47EF6CAA5}"/>
          </ac:spMkLst>
        </pc:spChg>
        <pc:spChg chg="add del mod">
          <ac:chgData name="Sindy Pacheco" userId="f9bd4dc09991d67d" providerId="LiveId" clId="{A982D37E-4FA6-444E-B7E2-5CE7BEA7BD12}" dt="2025-03-21T04:57:10.733" v="223"/>
          <ac:spMkLst>
            <pc:docMk/>
            <pc:sldMk cId="139069060" sldId="268"/>
            <ac:spMk id="7" creationId="{FFA23FCD-974E-676D-F7C9-1FE4296C4B80}"/>
          </ac:spMkLst>
        </pc:spChg>
        <pc:spChg chg="add mod">
          <ac:chgData name="Sindy Pacheco" userId="f9bd4dc09991d67d" providerId="LiveId" clId="{A982D37E-4FA6-444E-B7E2-5CE7BEA7BD12}" dt="2025-03-21T04:57:09.956" v="222"/>
          <ac:spMkLst>
            <pc:docMk/>
            <pc:sldMk cId="139069060" sldId="268"/>
            <ac:spMk id="8" creationId="{4914F169-5C5E-C734-BF9B-2A0B7BD7E68F}"/>
          </ac:spMkLst>
        </pc:spChg>
        <pc:picChg chg="add mod">
          <ac:chgData name="Sindy Pacheco" userId="f9bd4dc09991d67d" providerId="LiveId" clId="{A982D37E-4FA6-444E-B7E2-5CE7BEA7BD12}" dt="2025-03-21T05:04:33.834" v="258" actId="14100"/>
          <ac:picMkLst>
            <pc:docMk/>
            <pc:sldMk cId="139069060" sldId="268"/>
            <ac:picMk id="6154" creationId="{4649221F-426A-A169-5990-4A9479ECB211}"/>
          </ac:picMkLst>
        </pc:picChg>
      </pc:sldChg>
      <pc:sldChg chg="addSp delSp modSp new mod modTransition modAnim">
        <pc:chgData name="Sindy Pacheco" userId="f9bd4dc09991d67d" providerId="LiveId" clId="{A982D37E-4FA6-444E-B7E2-5CE7BEA7BD12}" dt="2025-03-21T05:26:20.250" v="456" actId="11529"/>
        <pc:sldMkLst>
          <pc:docMk/>
          <pc:sldMk cId="2051308494" sldId="269"/>
        </pc:sldMkLst>
        <pc:spChg chg="mod">
          <ac:chgData name="Sindy Pacheco" userId="f9bd4dc09991d67d" providerId="LiveId" clId="{A982D37E-4FA6-444E-B7E2-5CE7BEA7BD12}" dt="2025-03-21T05:11:34.402" v="374" actId="1076"/>
          <ac:spMkLst>
            <pc:docMk/>
            <pc:sldMk cId="2051308494" sldId="269"/>
            <ac:spMk id="2" creationId="{A2182541-274F-166B-1E31-DED6D8BBB361}"/>
          </ac:spMkLst>
        </pc:spChg>
        <pc:spChg chg="mod">
          <ac:chgData name="Sindy Pacheco" userId="f9bd4dc09991d67d" providerId="LiveId" clId="{A982D37E-4FA6-444E-B7E2-5CE7BEA7BD12}" dt="2025-03-21T05:08:33.568" v="318" actId="14100"/>
          <ac:spMkLst>
            <pc:docMk/>
            <pc:sldMk cId="2051308494" sldId="269"/>
            <ac:spMk id="3" creationId="{E1C9427E-3514-8298-0F37-636AE296EF93}"/>
          </ac:spMkLst>
        </pc:spChg>
        <pc:spChg chg="add del">
          <ac:chgData name="Sindy Pacheco" userId="f9bd4dc09991d67d" providerId="LiveId" clId="{A982D37E-4FA6-444E-B7E2-5CE7BEA7BD12}" dt="2025-03-21T05:09:51.425" v="334" actId="22"/>
          <ac:spMkLst>
            <pc:docMk/>
            <pc:sldMk cId="2051308494" sldId="269"/>
            <ac:spMk id="5" creationId="{5E81BE8E-288B-462C-A872-EE9F6FAC0159}"/>
          </ac:spMkLst>
        </pc:spChg>
        <pc:spChg chg="add mod">
          <ac:chgData name="Sindy Pacheco" userId="f9bd4dc09991d67d" providerId="LiveId" clId="{A982D37E-4FA6-444E-B7E2-5CE7BEA7BD12}" dt="2025-03-21T05:23:41.984" v="454" actId="33987"/>
          <ac:spMkLst>
            <pc:docMk/>
            <pc:sldMk cId="2051308494" sldId="269"/>
            <ac:spMk id="6" creationId="{EE068105-6644-44D5-6E06-BDBEBD94E5BC}"/>
          </ac:spMkLst>
        </pc:spChg>
        <pc:spChg chg="add del">
          <ac:chgData name="Sindy Pacheco" userId="f9bd4dc09991d67d" providerId="LiveId" clId="{A982D37E-4FA6-444E-B7E2-5CE7BEA7BD12}" dt="2025-03-21T05:26:20.250" v="456" actId="11529"/>
          <ac:spMkLst>
            <pc:docMk/>
            <pc:sldMk cId="2051308494" sldId="269"/>
            <ac:spMk id="7" creationId="{E42E3A3A-ABB1-B4F0-9B7A-37B4050D7E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2541-274F-166B-1E31-DED6D8BBB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786" y="2349103"/>
            <a:ext cx="6476428" cy="1293028"/>
          </a:xfrm>
        </p:spPr>
        <p:txBody>
          <a:bodyPr>
            <a:noAutofit/>
          </a:bodyPr>
          <a:lstStyle/>
          <a:p>
            <a:r>
              <a:rPr lang="en-US" sz="5400" dirty="0">
                <a:latin typeface="Bradley Hand ITC" panose="03070402050302030203" pitchFamily="66" charset="0"/>
              </a:rPr>
              <a:t>Sistema solar</a:t>
            </a:r>
            <a:endParaRPr lang="es-HN" sz="5400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427E-3514-8298-0F37-636AE296E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2078" y="5575777"/>
            <a:ext cx="4521010" cy="838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Bradley Hand ITC" panose="03070402050302030203" pitchFamily="66" charset="0"/>
              </a:rPr>
              <a:t>SINDY PACHECO</a:t>
            </a:r>
            <a:endParaRPr lang="es-HN" sz="4000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30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l Sistema Solar">
            <a:extLst>
              <a:ext uri="{FF2B5EF4-FFF2-40B4-BE49-F238E27FC236}">
                <a16:creationId xmlns:a16="http://schemas.microsoft.com/office/drawing/2014/main" id="{CC557E38-C87D-192E-1454-94574C6FE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088812"/>
            <a:ext cx="8695267" cy="552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16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B0B846D-26A6-70D6-2940-B9A9483C0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800"/>
            <a:ext cx="4114800" cy="1600200"/>
          </a:xfrm>
        </p:spPr>
        <p:txBody>
          <a:bodyPr/>
          <a:lstStyle/>
          <a:p>
            <a:r>
              <a:rPr lang="en-US" i="1" u="sng" dirty="0"/>
              <a:t>Sistema Solar</a:t>
            </a:r>
            <a:endParaRPr lang="es-HN" i="1" u="sng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35B3585-C42B-A6E1-5E0A-D908B87CA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2667" y="2696715"/>
            <a:ext cx="4114800" cy="3094485"/>
          </a:xfrm>
        </p:spPr>
        <p:txBody>
          <a:bodyPr>
            <a:normAutofit/>
          </a:bodyPr>
          <a:lstStyle/>
          <a:p>
            <a:endParaRPr lang="es-HN" sz="1800" b="0" i="0" dirty="0">
              <a:solidFill>
                <a:schemeClr val="bg1"/>
              </a:solidFill>
              <a:effectLst/>
            </a:endParaRPr>
          </a:p>
          <a:p>
            <a:r>
              <a:rPr lang="es-HN" sz="1800" b="0" i="0" dirty="0">
                <a:effectLst/>
              </a:rPr>
              <a:t>El </a:t>
            </a:r>
            <a:r>
              <a:rPr lang="es-HN" sz="1800" b="1" i="0" dirty="0">
                <a:effectLst/>
              </a:rPr>
              <a:t>sistema solar</a:t>
            </a:r>
            <a:r>
              <a:rPr lang="es-HN" sz="1800" b="1" i="0" baseline="30000" dirty="0">
                <a:effectLst/>
              </a:rPr>
              <a:t> </a:t>
            </a:r>
            <a:r>
              <a:rPr lang="es-HN" sz="1800" b="0" i="0" dirty="0">
                <a:effectLst/>
              </a:rPr>
              <a:t>es el </a:t>
            </a:r>
            <a:r>
              <a:rPr lang="es-HN" sz="1800" dirty="0"/>
              <a:t>sistema planetario</a:t>
            </a:r>
            <a:r>
              <a:rPr lang="es-HN" sz="1800" b="0" i="0" dirty="0">
                <a:effectLst/>
              </a:rPr>
              <a:t> que liga </a:t>
            </a:r>
            <a:r>
              <a:rPr lang="es-HN" sz="1800" dirty="0"/>
              <a:t>gravitacionalmente </a:t>
            </a:r>
            <a:r>
              <a:rPr lang="es-HN" sz="1800" b="0" i="0" dirty="0">
                <a:effectLst/>
              </a:rPr>
              <a:t>a un conjunto de </a:t>
            </a:r>
            <a:r>
              <a:rPr lang="es-HN" sz="1800" dirty="0"/>
              <a:t>objetos astronómicos</a:t>
            </a:r>
            <a:r>
              <a:rPr lang="es-HN" sz="1800" b="0" i="0" dirty="0">
                <a:effectLst/>
              </a:rPr>
              <a:t> que giran directa o </a:t>
            </a:r>
            <a:r>
              <a:rPr lang="es-HN" sz="1800" dirty="0"/>
              <a:t>indirectamente</a:t>
            </a:r>
            <a:r>
              <a:rPr lang="es-HN" sz="1800" b="0" i="0" dirty="0">
                <a:effectLst/>
              </a:rPr>
              <a:t> en una </a:t>
            </a:r>
            <a:r>
              <a:rPr lang="es-HN" sz="1800" dirty="0"/>
              <a:t>órbita</a:t>
            </a:r>
            <a:r>
              <a:rPr lang="es-HN" sz="1800" b="0" i="0" dirty="0">
                <a:effectLst/>
              </a:rPr>
              <a:t> alrededor de una única </a:t>
            </a:r>
            <a:r>
              <a:rPr lang="es-HN" sz="1800" dirty="0"/>
              <a:t>estrella</a:t>
            </a:r>
            <a:r>
              <a:rPr lang="es-HN" sz="1800" b="0" i="0" dirty="0">
                <a:effectLst/>
              </a:rPr>
              <a:t> conocida con el nombre de </a:t>
            </a:r>
            <a:r>
              <a:rPr lang="es-HN" sz="1800" dirty="0"/>
              <a:t>Sol.</a:t>
            </a:r>
          </a:p>
        </p:txBody>
      </p:sp>
      <p:pic>
        <p:nvPicPr>
          <p:cNvPr id="2050" name="Picture 2" descr="Avasthas- determinants of a planet’s strength and weakness - Jyotisha ...">
            <a:extLst>
              <a:ext uri="{FF2B5EF4-FFF2-40B4-BE49-F238E27FC236}">
                <a16:creationId xmlns:a16="http://schemas.microsoft.com/office/drawing/2014/main" id="{8415F81E-BDDF-F4B4-1193-C968B7F6C5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996" y="1866900"/>
            <a:ext cx="6510337" cy="404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70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15A7-C716-8428-8CBE-B74A6B65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800" y="569639"/>
            <a:ext cx="3911600" cy="1293028"/>
          </a:xfrm>
        </p:spPr>
        <p:txBody>
          <a:bodyPr/>
          <a:lstStyle/>
          <a:p>
            <a:r>
              <a:rPr lang="en-US" i="1" dirty="0">
                <a:latin typeface="Bradley Hand ITC" panose="03070402050302030203" pitchFamily="66" charset="0"/>
              </a:rPr>
              <a:t>El Sol</a:t>
            </a:r>
            <a:endParaRPr lang="es-HN" i="1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430C8-D563-3795-A7CC-167A301C0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2892"/>
            <a:ext cx="5334000" cy="4024125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s-HN" b="0" i="0" dirty="0">
                <a:effectLst/>
                <a:latin typeface="Arial" panose="020B0604020202020204" pitchFamily="34" charset="0"/>
              </a:rPr>
              <a:t>El Sol es el único cuerpo celeste del sistema solar que emite luz propia, debido a la </a:t>
            </a:r>
            <a:r>
              <a:rPr lang="es-HN" dirty="0">
                <a:latin typeface="Arial" panose="020B0604020202020204" pitchFamily="34" charset="0"/>
              </a:rPr>
              <a:t>fusión termonuclear</a:t>
            </a:r>
            <a:r>
              <a:rPr lang="es-HN" b="0" i="0" dirty="0">
                <a:effectLst/>
                <a:latin typeface="Arial" panose="020B0604020202020204" pitchFamily="34" charset="0"/>
              </a:rPr>
              <a:t> del </a:t>
            </a:r>
            <a:r>
              <a:rPr lang="es-HN" dirty="0">
                <a:latin typeface="Arial" panose="020B0604020202020204" pitchFamily="34" charset="0"/>
              </a:rPr>
              <a:t>hidrógeno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su transformación en </a:t>
            </a:r>
            <a:r>
              <a:rPr lang="es-HN" dirty="0">
                <a:latin typeface="Arial" panose="020B0604020202020204" pitchFamily="34" charset="0"/>
              </a:rPr>
              <a:t>helio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en su núcleo.</a:t>
            </a:r>
            <a:r>
              <a:rPr lang="es-HN" b="0" i="0" baseline="30000" dirty="0">
                <a:effectLst/>
                <a:latin typeface="Arial" panose="020B0604020202020204" pitchFamily="34" charset="0"/>
              </a:rPr>
              <a:t> </a:t>
            </a:r>
            <a:r>
              <a:rPr lang="es-HN" b="0" i="0" dirty="0">
                <a:effectLst/>
                <a:latin typeface="Arial" panose="020B0604020202020204" pitchFamily="34" charset="0"/>
              </a:rPr>
              <a:t>​El sistema solar se </a:t>
            </a:r>
            <a:r>
              <a:rPr lang="es-HN" dirty="0">
                <a:latin typeface="Arial" panose="020B0604020202020204" pitchFamily="34" charset="0"/>
              </a:rPr>
              <a:t>formó</a:t>
            </a:r>
            <a:r>
              <a:rPr lang="es-HN" b="0" i="0" dirty="0">
                <a:effectLst/>
                <a:latin typeface="Arial" panose="020B0604020202020204" pitchFamily="34" charset="0"/>
              </a:rPr>
              <a:t> hace unos 4600 millones de años</a:t>
            </a:r>
            <a:r>
              <a:rPr lang="es-HN" b="0" i="0" baseline="30000" dirty="0">
                <a:effectLst/>
                <a:latin typeface="Arial" panose="020B0604020202020204" pitchFamily="34" charset="0"/>
              </a:rPr>
              <a:t> </a:t>
            </a:r>
            <a:r>
              <a:rPr lang="es-HN" b="0" i="0" dirty="0">
                <a:effectLst/>
                <a:latin typeface="Arial" panose="020B0604020202020204" pitchFamily="34" charset="0"/>
              </a:rPr>
              <a:t>a partir del colapso de una </a:t>
            </a:r>
            <a:r>
              <a:rPr lang="es-HN" dirty="0">
                <a:latin typeface="Arial" panose="020B0604020202020204" pitchFamily="34" charset="0"/>
              </a:rPr>
              <a:t>nube molecular</a:t>
            </a:r>
            <a:r>
              <a:rPr lang="es-HN" b="0" i="0" dirty="0">
                <a:effectLst/>
                <a:latin typeface="Arial" panose="020B0604020202020204" pitchFamily="34" charset="0"/>
              </a:rPr>
              <a:t>. El material residual originó un</a:t>
            </a:r>
            <a:r>
              <a:rPr lang="es-HN" dirty="0">
                <a:latin typeface="Arial" panose="020B0604020202020204" pitchFamily="34" charset="0"/>
              </a:rPr>
              <a:t> disco </a:t>
            </a:r>
            <a:r>
              <a:rPr lang="es-HN" dirty="0" err="1">
                <a:latin typeface="Arial" panose="020B0604020202020204" pitchFamily="34" charset="0"/>
              </a:rPr>
              <a:t>circunestelar</a:t>
            </a:r>
            <a:r>
              <a:rPr lang="es-HN" dirty="0">
                <a:latin typeface="Arial" panose="020B0604020202020204" pitchFamily="34" charset="0"/>
              </a:rPr>
              <a:t> protoplanetario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en el que ocurrieron los procesos físicos que llevaron a la formación de los </a:t>
            </a:r>
            <a:r>
              <a:rPr lang="es-HN" dirty="0">
                <a:latin typeface="Arial" panose="020B0604020202020204" pitchFamily="34" charset="0"/>
              </a:rPr>
              <a:t>planetas</a:t>
            </a:r>
            <a:r>
              <a:rPr lang="es-HN" b="0" i="0" dirty="0">
                <a:effectLst/>
                <a:latin typeface="Arial" panose="020B0604020202020204" pitchFamily="34" charset="0"/>
              </a:rPr>
              <a:t>.</a:t>
            </a:r>
            <a:r>
              <a:rPr lang="es-HN" b="0" i="0" baseline="30000" dirty="0">
                <a:effectLst/>
                <a:latin typeface="Arial" panose="020B0604020202020204" pitchFamily="34" charset="0"/>
              </a:rPr>
              <a:t> </a:t>
            </a:r>
            <a:r>
              <a:rPr lang="es-HN" b="0" i="0" dirty="0">
                <a:effectLst/>
                <a:latin typeface="Arial" panose="020B0604020202020204" pitchFamily="34" charset="0"/>
              </a:rPr>
              <a:t>El sistema solar se ubica en la actualidad en la </a:t>
            </a:r>
            <a:r>
              <a:rPr lang="es-HN" dirty="0">
                <a:latin typeface="Arial" panose="020B0604020202020204" pitchFamily="34" charset="0"/>
              </a:rPr>
              <a:t>nube Interestatal Local </a:t>
            </a:r>
            <a:r>
              <a:rPr lang="es-HN" b="0" i="0" dirty="0">
                <a:effectLst/>
                <a:latin typeface="Arial" panose="020B0604020202020204" pitchFamily="34" charset="0"/>
              </a:rPr>
              <a:t>que se halla en la </a:t>
            </a:r>
            <a:r>
              <a:rPr lang="es-HN" dirty="0">
                <a:latin typeface="Arial" panose="020B0604020202020204" pitchFamily="34" charset="0"/>
              </a:rPr>
              <a:t>Burbuja Local </a:t>
            </a:r>
            <a:r>
              <a:rPr lang="es-HN" b="0" i="0" dirty="0">
                <a:effectLst/>
                <a:latin typeface="Arial" panose="020B0604020202020204" pitchFamily="34" charset="0"/>
              </a:rPr>
              <a:t>del </a:t>
            </a:r>
            <a:r>
              <a:rPr lang="es-HN" dirty="0">
                <a:latin typeface="Arial" panose="020B0604020202020204" pitchFamily="34" charset="0"/>
              </a:rPr>
              <a:t>brazo de Orión</a:t>
            </a:r>
            <a:r>
              <a:rPr lang="es-HN" b="0" i="0" dirty="0">
                <a:effectLst/>
                <a:latin typeface="Arial" panose="020B0604020202020204" pitchFamily="34" charset="0"/>
              </a:rPr>
              <a:t>, de la </a:t>
            </a:r>
            <a:r>
              <a:rPr lang="es-HN" dirty="0">
                <a:latin typeface="Arial" panose="020B0604020202020204" pitchFamily="34" charset="0"/>
              </a:rPr>
              <a:t>galaxia espiral Vía Láctea</a:t>
            </a:r>
            <a:r>
              <a:rPr lang="es-HN" b="0" i="0" dirty="0">
                <a:effectLst/>
                <a:latin typeface="Arial" panose="020B0604020202020204" pitchFamily="34" charset="0"/>
              </a:rPr>
              <a:t>, a unos 28 000 </a:t>
            </a:r>
            <a:r>
              <a:rPr lang="es-HN" dirty="0">
                <a:latin typeface="Arial" panose="020B0604020202020204" pitchFamily="34" charset="0"/>
              </a:rPr>
              <a:t>años luz</a:t>
            </a:r>
            <a:r>
              <a:rPr lang="es-HN" b="0" i="0" dirty="0">
                <a:effectLst/>
                <a:latin typeface="Arial" panose="020B0604020202020204" pitchFamily="34" charset="0"/>
              </a:rPr>
              <a:t> del centro de esta.</a:t>
            </a:r>
            <a:endParaRPr lang="es-HN" dirty="0"/>
          </a:p>
        </p:txBody>
      </p:sp>
      <p:pic>
        <p:nvPicPr>
          <p:cNvPr id="3074" name="Picture 2" descr="SISTEMA SOLAR - Mind Map">
            <a:extLst>
              <a:ext uri="{FF2B5EF4-FFF2-40B4-BE49-F238E27FC236}">
                <a16:creationId xmlns:a16="http://schemas.microsoft.com/office/drawing/2014/main" id="{7FDF2B94-3294-D7A0-2F86-C470F87732E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125133"/>
            <a:ext cx="5433426" cy="379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41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364C-7521-10A0-818C-EB6D7EBD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798" y="639316"/>
            <a:ext cx="5486401" cy="1293028"/>
          </a:xfrm>
        </p:spPr>
        <p:txBody>
          <a:bodyPr/>
          <a:lstStyle/>
          <a:p>
            <a:r>
              <a:rPr lang="en-US" dirty="0">
                <a:latin typeface="Bradley Hand ITC" panose="03070402050302030203" pitchFamily="66" charset="0"/>
              </a:rPr>
              <a:t>Mercurio</a:t>
            </a:r>
            <a:endParaRPr lang="es-HN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A67BC-2B65-F91D-2CA3-8044F650CE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HN" b="0" i="0" dirty="0">
                <a:effectLst/>
                <a:latin typeface="Roboto" panose="02000000000000000000" pitchFamily="2" charset="0"/>
              </a:rPr>
              <a:t>Mercurio es el </a:t>
            </a:r>
            <a:r>
              <a:rPr lang="es-HN" b="1" i="0" dirty="0">
                <a:effectLst/>
                <a:latin typeface="Roboto" panose="02000000000000000000" pitchFamily="2" charset="0"/>
              </a:rPr>
              <a:t>planeta más cercano al Sol y el más pequeño del sistema solar</a:t>
            </a:r>
            <a:r>
              <a:rPr lang="es-HN" b="0" i="0" dirty="0">
                <a:effectLst/>
                <a:latin typeface="Roboto" panose="02000000000000000000" pitchFamily="2" charset="0"/>
              </a:rPr>
              <a:t>. Es un planeta terrestre, rocoso y muy denso, con una superficie que experimenta variaciones extremas de temperatura. Su distancia al Sol es de 58 millones de kilómetros.</a:t>
            </a:r>
          </a:p>
          <a:p>
            <a:endParaRPr lang="es-HN" b="0" i="0" dirty="0">
              <a:effectLst/>
              <a:latin typeface="Roboto" panose="02000000000000000000" pitchFamily="2" charset="0"/>
            </a:endParaRPr>
          </a:p>
          <a:p>
            <a:endParaRPr lang="es-HN" dirty="0"/>
          </a:p>
        </p:txBody>
      </p:sp>
      <p:pic>
        <p:nvPicPr>
          <p:cNvPr id="4098" name="Picture 2" descr="Mercurio un planeta en el sistema solar | Foto Premium">
            <a:extLst>
              <a:ext uri="{FF2B5EF4-FFF2-40B4-BE49-F238E27FC236}">
                <a16:creationId xmlns:a16="http://schemas.microsoft.com/office/drawing/2014/main" id="{15807281-B269-09B1-9A3F-FB8ACD8F4FB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194559"/>
            <a:ext cx="5334000" cy="35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4C07-3DC9-0A8E-F989-ECFD6A2F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533" y="789773"/>
            <a:ext cx="2904067" cy="1293028"/>
          </a:xfrm>
        </p:spPr>
        <p:txBody>
          <a:bodyPr/>
          <a:lstStyle/>
          <a:p>
            <a:r>
              <a:rPr lang="en-US" dirty="0">
                <a:latin typeface="Bradley Hand ITC" panose="03070402050302030203" pitchFamily="66" charset="0"/>
              </a:rPr>
              <a:t>Venus</a:t>
            </a:r>
            <a:endParaRPr lang="es-HN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B939-F331-7256-6A80-FDFDA87582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HN" sz="1800" b="1" i="0" dirty="0">
                <a:effectLst/>
                <a:latin typeface="Arial" panose="020B0604020202020204" pitchFamily="34" charset="0"/>
              </a:rPr>
              <a:t>Venus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 es el segundo </a:t>
            </a:r>
            <a:r>
              <a:rPr lang="es-HN" sz="1800" dirty="0">
                <a:latin typeface="Arial" panose="020B0604020202020204" pitchFamily="34" charset="0"/>
              </a:rPr>
              <a:t>planeta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 del </a:t>
            </a:r>
            <a:r>
              <a:rPr lang="es-HN" sz="1800" dirty="0">
                <a:latin typeface="Arial" panose="020B0604020202020204" pitchFamily="34" charset="0"/>
              </a:rPr>
              <a:t>sistema solar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 en orden de proximidad al </a:t>
            </a:r>
            <a:r>
              <a:rPr lang="es-HN" sz="1800" dirty="0">
                <a:latin typeface="Arial" panose="020B0604020202020204" pitchFamily="34" charset="0"/>
              </a:rPr>
              <a:t>Sol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 y el tercero más pequeño después de </a:t>
            </a:r>
            <a:r>
              <a:rPr lang="es-HN" sz="1800" dirty="0">
                <a:latin typeface="Arial" panose="020B0604020202020204" pitchFamily="34" charset="0"/>
              </a:rPr>
              <a:t>Mercurio 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y </a:t>
            </a:r>
            <a:r>
              <a:rPr lang="es-HN" sz="1800" dirty="0">
                <a:latin typeface="Arial" panose="020B0604020202020204" pitchFamily="34" charset="0"/>
              </a:rPr>
              <a:t>Marte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. Al igual que Mercurio, carece de </a:t>
            </a:r>
            <a:r>
              <a:rPr lang="es-HN" sz="1800" dirty="0">
                <a:latin typeface="Arial" panose="020B0604020202020204" pitchFamily="34" charset="0"/>
              </a:rPr>
              <a:t>satélites naturales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. Recibe su nombre en honor a </a:t>
            </a:r>
            <a:r>
              <a:rPr lang="es-HN" sz="1800" dirty="0">
                <a:latin typeface="Arial" panose="020B0604020202020204" pitchFamily="34" charset="0"/>
              </a:rPr>
              <a:t>Venus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, la diosa </a:t>
            </a:r>
            <a:r>
              <a:rPr lang="es-HN" sz="1800" dirty="0">
                <a:latin typeface="Arial" panose="020B0604020202020204" pitchFamily="34" charset="0"/>
              </a:rPr>
              <a:t>romana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 del </a:t>
            </a:r>
            <a:r>
              <a:rPr lang="es-HN" sz="1800" dirty="0">
                <a:latin typeface="Arial" panose="020B0604020202020204" pitchFamily="34" charset="0"/>
              </a:rPr>
              <a:t>amor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 (en la </a:t>
            </a:r>
            <a:r>
              <a:rPr lang="es-HN" sz="1800" dirty="0">
                <a:latin typeface="Arial" panose="020B0604020202020204" pitchFamily="34" charset="0"/>
              </a:rPr>
              <a:t>Antigua Grecia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, </a:t>
            </a:r>
            <a:r>
              <a:rPr lang="es-HN" sz="1800" i="1" dirty="0">
                <a:latin typeface="Arial" panose="020B0604020202020204" pitchFamily="34" charset="0"/>
              </a:rPr>
              <a:t>Afrodita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). Al ser el segundo objeto natural más brillante después de la </a:t>
            </a:r>
            <a:r>
              <a:rPr lang="es-HN" sz="1800" dirty="0">
                <a:latin typeface="Arial" panose="020B0604020202020204" pitchFamily="34" charset="0"/>
              </a:rPr>
              <a:t>Luna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, puede ser visto en un </a:t>
            </a:r>
            <a:r>
              <a:rPr lang="es-HN" sz="1800" dirty="0">
                <a:latin typeface="Arial" panose="020B0604020202020204" pitchFamily="34" charset="0"/>
              </a:rPr>
              <a:t>cielo nocturno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 despejado a </a:t>
            </a:r>
            <a:r>
              <a:rPr lang="es-HN" sz="1800" dirty="0">
                <a:latin typeface="Arial" panose="020B0604020202020204" pitchFamily="34" charset="0"/>
              </a:rPr>
              <a:t>simple vista</a:t>
            </a:r>
            <a:r>
              <a:rPr lang="es-HN" sz="1800" b="0" i="0" dirty="0">
                <a:effectLst/>
                <a:latin typeface="Arial" panose="020B0604020202020204" pitchFamily="34" charset="0"/>
              </a:rPr>
              <a:t>. </a:t>
            </a:r>
            <a:endParaRPr lang="es-HN" sz="1800" dirty="0"/>
          </a:p>
        </p:txBody>
      </p:sp>
      <p:pic>
        <p:nvPicPr>
          <p:cNvPr id="5122" name="Picture 2" descr="Venus planeta en el sistema solar | Foto Premium">
            <a:extLst>
              <a:ext uri="{FF2B5EF4-FFF2-40B4-BE49-F238E27FC236}">
                <a16:creationId xmlns:a16="http://schemas.microsoft.com/office/drawing/2014/main" id="{3E3A63D6-69AD-FC54-6915-4A9590CAFFB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94559"/>
            <a:ext cx="5334000" cy="356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0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1A5D-9BCE-F939-EE1E-A6E987283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866" y="764373"/>
            <a:ext cx="2624667" cy="1293028"/>
          </a:xfrm>
        </p:spPr>
        <p:txBody>
          <a:bodyPr/>
          <a:lstStyle/>
          <a:p>
            <a:r>
              <a:rPr lang="en-US" dirty="0">
                <a:latin typeface="Bradley Hand ITC" panose="03070402050302030203" pitchFamily="66" charset="0"/>
              </a:rPr>
              <a:t>tierra</a:t>
            </a:r>
            <a:endParaRPr lang="es-HN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99578-9C86-1DE1-E0AA-F8E0AAE509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HN" b="0" i="0" dirty="0">
                <a:effectLst/>
                <a:latin typeface="Arial" panose="020B0604020202020204" pitchFamily="34" charset="0"/>
              </a:rPr>
              <a:t>La </a:t>
            </a:r>
            <a:r>
              <a:rPr lang="es-HN" b="1" dirty="0">
                <a:latin typeface="Arial" panose="020B0604020202020204" pitchFamily="34" charset="0"/>
              </a:rPr>
              <a:t>Tierra</a:t>
            </a:r>
            <a:r>
              <a:rPr lang="es-HN" b="0" i="0" dirty="0">
                <a:effectLst/>
                <a:latin typeface="Arial" panose="020B0604020202020204" pitchFamily="34" charset="0"/>
              </a:rPr>
              <a:t> es el tercer </a:t>
            </a:r>
            <a:r>
              <a:rPr lang="es-HN" dirty="0">
                <a:latin typeface="Arial" panose="020B0604020202020204" pitchFamily="34" charset="0"/>
              </a:rPr>
              <a:t>planeta</a:t>
            </a:r>
            <a:r>
              <a:rPr lang="es-HN" b="0" i="0" dirty="0">
                <a:effectLst/>
                <a:latin typeface="Arial" panose="020B0604020202020204" pitchFamily="34" charset="0"/>
              </a:rPr>
              <a:t> del </a:t>
            </a:r>
            <a:r>
              <a:rPr lang="es-HN" dirty="0">
                <a:latin typeface="Arial" panose="020B0604020202020204" pitchFamily="34" charset="0"/>
              </a:rPr>
              <a:t>Sistema Solar</a:t>
            </a:r>
            <a:r>
              <a:rPr lang="es-HN" b="0" i="0" dirty="0">
                <a:effectLst/>
                <a:latin typeface="Arial" panose="020B0604020202020204" pitchFamily="34" charset="0"/>
              </a:rPr>
              <a:t> (contando en orden de distancia de los ocho planetas al </a:t>
            </a:r>
            <a:r>
              <a:rPr lang="es-HN" dirty="0">
                <a:latin typeface="Arial" panose="020B0604020202020204" pitchFamily="34" charset="0"/>
              </a:rPr>
              <a:t>Sol</a:t>
            </a:r>
            <a:r>
              <a:rPr lang="es-HN" b="0" i="0" dirty="0">
                <a:effectLst/>
                <a:latin typeface="Arial" panose="020B0604020202020204" pitchFamily="34" charset="0"/>
              </a:rPr>
              <a:t>), y el cuarto de ellos de menor a mayor. Está situada a unos 150 millones de </a:t>
            </a:r>
            <a:r>
              <a:rPr lang="es-HN" dirty="0">
                <a:latin typeface="Arial" panose="020B0604020202020204" pitchFamily="34" charset="0"/>
              </a:rPr>
              <a:t>kilómetros</a:t>
            </a:r>
            <a:r>
              <a:rPr lang="es-HN" b="0" i="0" dirty="0">
                <a:effectLst/>
                <a:latin typeface="Arial" panose="020B0604020202020204" pitchFamily="34" charset="0"/>
              </a:rPr>
              <a:t> del Sol. Es el único </a:t>
            </a:r>
            <a:r>
              <a:rPr lang="es-HN" dirty="0">
                <a:latin typeface="Arial" panose="020B0604020202020204" pitchFamily="34" charset="0"/>
              </a:rPr>
              <a:t>planeta</a:t>
            </a:r>
            <a:r>
              <a:rPr lang="es-HN" b="0" i="0" dirty="0">
                <a:effectLst/>
                <a:latin typeface="Arial" panose="020B0604020202020204" pitchFamily="34" charset="0"/>
              </a:rPr>
              <a:t> en el que hasta ahora se conoce la existencia de </a:t>
            </a:r>
            <a:r>
              <a:rPr lang="es-HN" dirty="0">
                <a:latin typeface="Arial" panose="020B0604020202020204" pitchFamily="34" charset="0"/>
              </a:rPr>
              <a:t>vida</a:t>
            </a:r>
            <a:r>
              <a:rPr lang="es-HN" b="0" i="0" dirty="0">
                <a:effectLst/>
                <a:latin typeface="Arial" panose="020B0604020202020204" pitchFamily="34" charset="0"/>
              </a:rPr>
              <a:t>.</a:t>
            </a:r>
            <a:endParaRPr lang="es-HN" dirty="0"/>
          </a:p>
        </p:txBody>
      </p:sp>
      <p:pic>
        <p:nvPicPr>
          <p:cNvPr id="1028" name="Picture 4" descr="ESTUDIANDOSOCIALESESTOY: LA TIERRA PLANETA DEL SISTEMA SOLAR">
            <a:extLst>
              <a:ext uri="{FF2B5EF4-FFF2-40B4-BE49-F238E27FC236}">
                <a16:creationId xmlns:a16="http://schemas.microsoft.com/office/drawing/2014/main" id="{3BA859AA-A5B6-E4C5-C3C1-7C8E25E1F2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205831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32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0CD5-93E4-8C84-38D4-625B01C4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705" y="798403"/>
            <a:ext cx="2895600" cy="1293028"/>
          </a:xfrm>
        </p:spPr>
        <p:txBody>
          <a:bodyPr/>
          <a:lstStyle/>
          <a:p>
            <a:r>
              <a:rPr lang="en-US" dirty="0">
                <a:latin typeface="Bradley Hand ITC" panose="03070402050302030203" pitchFamily="66" charset="0"/>
              </a:rPr>
              <a:t>marte</a:t>
            </a:r>
            <a:endParaRPr lang="es-HN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551AB-35C1-03D4-EC08-284C815840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HN" b="0" i="0" dirty="0">
                <a:effectLst/>
                <a:latin typeface="Roboto" panose="02000000000000000000" pitchFamily="2" charset="0"/>
              </a:rPr>
              <a:t>Marte tiene la mitad del tamaño de la Tierra. A veces es llamado el planeta rojo. Es rojo debido al </a:t>
            </a:r>
            <a:r>
              <a:rPr lang="es-HN" b="1" i="0" dirty="0">
                <a:effectLst/>
                <a:latin typeface="Roboto" panose="02000000000000000000" pitchFamily="2" charset="0"/>
              </a:rPr>
              <a:t>hierro oxidado de su suelo</a:t>
            </a:r>
            <a:r>
              <a:rPr lang="es-HN" b="0" i="0" dirty="0">
                <a:effectLst/>
                <a:latin typeface="Roboto" panose="02000000000000000000" pitchFamily="2" charset="0"/>
              </a:rPr>
              <a:t>. Al igual que la Tierra, Marte tiene estaciones del año, casquetes polares, volcanes, cañones y tiempo meteorológico.</a:t>
            </a:r>
          </a:p>
          <a:p>
            <a:r>
              <a:rPr lang="es-HN" b="0" i="0" dirty="0">
                <a:effectLst/>
                <a:latin typeface="Arial" panose="020B0604020202020204" pitchFamily="34" charset="0"/>
              </a:rPr>
              <a:t>El </a:t>
            </a:r>
            <a:r>
              <a:rPr lang="es-HN" dirty="0">
                <a:latin typeface="Arial" panose="020B0604020202020204" pitchFamily="34" charset="0"/>
              </a:rPr>
              <a:t>periodo de rotación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los ciclos estacionales son similares a los de la Tierra, ya que la inclinación es lo que genera las estaciones</a:t>
            </a:r>
            <a:endParaRPr lang="es-HN" dirty="0"/>
          </a:p>
        </p:txBody>
      </p:sp>
      <p:pic>
        <p:nvPicPr>
          <p:cNvPr id="2050" name="Picture 2" descr="MARTE VIDEO | El Planeta Rojo en 4K desde Perseverance y Curiosity">
            <a:extLst>
              <a:ext uri="{FF2B5EF4-FFF2-40B4-BE49-F238E27FC236}">
                <a16:creationId xmlns:a16="http://schemas.microsoft.com/office/drawing/2014/main" id="{25AFA79D-5887-6BB7-296E-D5ABBAF90A5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814" y="2091431"/>
            <a:ext cx="5453743" cy="345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68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7C55-7A45-6A40-03D7-51EDE31C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569" y="551243"/>
            <a:ext cx="6535439" cy="1293028"/>
          </a:xfrm>
        </p:spPr>
        <p:txBody>
          <a:bodyPr/>
          <a:lstStyle/>
          <a:p>
            <a:r>
              <a:rPr lang="en-US" dirty="0">
                <a:latin typeface="Bradley Hand ITC" panose="03070402050302030203" pitchFamily="66" charset="0"/>
              </a:rPr>
              <a:t>Centro de asteroides</a:t>
            </a:r>
            <a:endParaRPr lang="es-HN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8765D-3E67-AE96-5637-9D6448B08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1422" y="2338938"/>
            <a:ext cx="5334000" cy="3635601"/>
          </a:xfrm>
        </p:spPr>
        <p:txBody>
          <a:bodyPr>
            <a:normAutofit fontScale="77500" lnSpcReduction="20000"/>
          </a:bodyPr>
          <a:lstStyle/>
          <a:p>
            <a:r>
              <a:rPr lang="es-HN" b="0" i="0" dirty="0">
                <a:effectLst/>
                <a:latin typeface="Open Sans Condensed"/>
              </a:rPr>
              <a:t>Los asteroides son pequeños cuerpos rocosos (carbonáceos o silíceos) o metálicos, de forma irregular (no esféricos) que orbitan al rededor del </a:t>
            </a:r>
            <a:r>
              <a:rPr lang="es-HN" dirty="0">
                <a:latin typeface="Open Sans Condensed"/>
              </a:rPr>
              <a:t>Sol</a:t>
            </a:r>
            <a:r>
              <a:rPr lang="es-HN" b="0" i="0" dirty="0">
                <a:effectLst/>
                <a:latin typeface="Open Sans Condensed"/>
              </a:rPr>
              <a:t> no más </a:t>
            </a:r>
            <a:r>
              <a:rPr lang="es-HN" b="0" i="0" dirty="0" err="1">
                <a:effectLst/>
                <a:latin typeface="Open Sans Condensed"/>
              </a:rPr>
              <a:t>allà</a:t>
            </a:r>
            <a:r>
              <a:rPr lang="es-HN" b="0" i="0" dirty="0">
                <a:effectLst/>
                <a:latin typeface="Open Sans Condensed"/>
              </a:rPr>
              <a:t> de la órbita de </a:t>
            </a:r>
            <a:r>
              <a:rPr lang="es-HN" dirty="0">
                <a:latin typeface="Open Sans Condensed"/>
              </a:rPr>
              <a:t>Neptuno</a:t>
            </a:r>
            <a:r>
              <a:rPr lang="es-HN" b="0" i="0" dirty="0">
                <a:effectLst/>
                <a:latin typeface="Open Sans Condensed"/>
              </a:rPr>
              <a:t>.</a:t>
            </a:r>
            <a:br>
              <a:rPr lang="es-HN" dirty="0"/>
            </a:br>
            <a:r>
              <a:rPr lang="es-HN" b="0" i="0" dirty="0">
                <a:effectLst/>
                <a:latin typeface="Open Sans Condensed"/>
              </a:rPr>
              <a:t>Al día de hoy se han descubierto más de 1.000.000 de asteroides (la mayoría de ellos se encuentran orbitando el Sol entre Marte y Júpiter, dentro del cinturón de asteroides), de los que actualmente se han catalogado más de 200.000, aunque solo 200 asteroides conocidos tienen diámetros superiores a los 100 km, y entre ellos solo se conocen 25 asteroides de más de 200 kilómetro de diámetro.</a:t>
            </a:r>
          </a:p>
          <a:p>
            <a:r>
              <a:rPr lang="es-HN" b="0" i="0" dirty="0">
                <a:effectLst/>
                <a:latin typeface="Open Sans Condensed"/>
              </a:rPr>
              <a:t>Debido a su pequeño tamaño no acaban teniendo una forma esférica, lo que no les permite que sean catalogados como </a:t>
            </a:r>
            <a:r>
              <a:rPr lang="es-HN" dirty="0">
                <a:latin typeface="Open Sans Condensed"/>
              </a:rPr>
              <a:t>planetas enanos</a:t>
            </a:r>
            <a:r>
              <a:rPr lang="es-HN" b="0" i="0" dirty="0">
                <a:effectLst/>
                <a:latin typeface="Open Sans Condensed"/>
              </a:rPr>
              <a:t>, siendo relegados a la nomenclatura de </a:t>
            </a:r>
            <a:r>
              <a:rPr lang="es-HN" b="0" i="1" dirty="0">
                <a:effectLst/>
                <a:latin typeface="Open Sans Condensed"/>
              </a:rPr>
              <a:t>cuerpos menores</a:t>
            </a:r>
            <a:r>
              <a:rPr lang="es-HN" b="0" i="0" dirty="0">
                <a:effectLst/>
                <a:latin typeface="Open Sans Condensed"/>
              </a:rPr>
              <a:t> del </a:t>
            </a:r>
            <a:r>
              <a:rPr lang="es-HN" dirty="0">
                <a:latin typeface="Open Sans Condensed"/>
              </a:rPr>
              <a:t>Sistema Solar</a:t>
            </a:r>
            <a:r>
              <a:rPr lang="es-HN" b="0" i="0" dirty="0">
                <a:effectLst/>
                <a:latin typeface="Open Sans Condensed"/>
              </a:rPr>
              <a:t>, como también lo son </a:t>
            </a:r>
            <a:r>
              <a:rPr lang="es-HN" dirty="0">
                <a:latin typeface="Open Sans Condensed"/>
              </a:rPr>
              <a:t>los Cometas</a:t>
            </a:r>
            <a:r>
              <a:rPr lang="es-HN" b="0" i="0" dirty="0">
                <a:effectLst/>
                <a:latin typeface="Open Sans Condensed"/>
              </a:rPr>
              <a:t>.</a:t>
            </a:r>
            <a:endParaRPr lang="es-HN" dirty="0"/>
          </a:p>
        </p:txBody>
      </p:sp>
      <p:pic>
        <p:nvPicPr>
          <p:cNvPr id="6154" name="Picture 10" descr="Que son los asteroides y en qué se diferencian de los meteoritos ...">
            <a:extLst>
              <a:ext uri="{FF2B5EF4-FFF2-40B4-BE49-F238E27FC236}">
                <a16:creationId xmlns:a16="http://schemas.microsoft.com/office/drawing/2014/main" id="{4649221F-426A-A169-5990-4A9479ECB21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2" y="2194559"/>
            <a:ext cx="5334000" cy="399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214A-9E1F-723D-3C75-2EAC8ADCD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0751" y="496241"/>
            <a:ext cx="2492829" cy="1293028"/>
          </a:xfrm>
        </p:spPr>
        <p:txBody>
          <a:bodyPr/>
          <a:lstStyle/>
          <a:p>
            <a:r>
              <a:rPr lang="en-US" dirty="0">
                <a:latin typeface="Bradley Hand ITC" panose="03070402050302030203" pitchFamily="66" charset="0"/>
              </a:rPr>
              <a:t>jupiter</a:t>
            </a:r>
            <a:endParaRPr lang="es-HN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0169-DAF0-4F17-92BF-E0AFEA08A9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HN" b="1" i="0" dirty="0">
                <a:effectLst/>
                <a:latin typeface="Arial" panose="020B0604020202020204" pitchFamily="34" charset="0"/>
              </a:rPr>
              <a:t>Júpiter</a:t>
            </a:r>
            <a:r>
              <a:rPr lang="es-HN" b="0" i="0" dirty="0">
                <a:effectLst/>
                <a:latin typeface="Arial" panose="020B0604020202020204" pitchFamily="34" charset="0"/>
              </a:rPr>
              <a:t> es el </a:t>
            </a:r>
            <a:r>
              <a:rPr lang="es-HN" dirty="0">
                <a:latin typeface="Arial" panose="020B0604020202020204" pitchFamily="34" charset="0"/>
              </a:rPr>
              <a:t>planeta</a:t>
            </a:r>
            <a:r>
              <a:rPr lang="es-HN" b="0" i="0" dirty="0">
                <a:effectLst/>
                <a:latin typeface="Arial" panose="020B0604020202020204" pitchFamily="34" charset="0"/>
              </a:rPr>
              <a:t> más grande del </a:t>
            </a:r>
            <a:r>
              <a:rPr lang="es-HN" dirty="0">
                <a:latin typeface="Arial" panose="020B0604020202020204" pitchFamily="34" charset="0"/>
              </a:rPr>
              <a:t>sistema solar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el quinto en orden de lejanía al </a:t>
            </a:r>
            <a:r>
              <a:rPr lang="es-HN" dirty="0">
                <a:latin typeface="Arial" panose="020B0604020202020204" pitchFamily="34" charset="0"/>
              </a:rPr>
              <a:t>Sol</a:t>
            </a:r>
            <a:r>
              <a:rPr lang="es-HN" b="0" i="0" dirty="0">
                <a:effectLst/>
                <a:latin typeface="Arial" panose="020B0604020202020204" pitchFamily="34" charset="0"/>
              </a:rPr>
              <a:t>. Es un </a:t>
            </a:r>
            <a:r>
              <a:rPr lang="es-HN" dirty="0">
                <a:latin typeface="Arial" panose="020B0604020202020204" pitchFamily="34" charset="0"/>
              </a:rPr>
              <a:t>gigante gaseoso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que forma parte de los denominados </a:t>
            </a:r>
            <a:r>
              <a:rPr lang="es-HN" dirty="0">
                <a:latin typeface="Arial" panose="020B0604020202020204" pitchFamily="34" charset="0"/>
              </a:rPr>
              <a:t>planetas exteriores</a:t>
            </a:r>
            <a:r>
              <a:rPr lang="es-HN" b="0" i="0" dirty="0">
                <a:effectLst/>
                <a:latin typeface="Arial" panose="020B0604020202020204" pitchFamily="34" charset="0"/>
              </a:rPr>
              <a:t>. Recibe su nombre del dios romano </a:t>
            </a:r>
            <a:r>
              <a:rPr lang="es-HN" dirty="0">
                <a:latin typeface="Arial" panose="020B0604020202020204" pitchFamily="34" charset="0"/>
              </a:rPr>
              <a:t>Júpiter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los </a:t>
            </a:r>
            <a:r>
              <a:rPr lang="es-HN" dirty="0">
                <a:latin typeface="Arial" panose="020B0604020202020204" pitchFamily="34" charset="0"/>
              </a:rPr>
              <a:t>antiguos griegos</a:t>
            </a:r>
            <a:r>
              <a:rPr lang="es-HN" b="0" i="0" dirty="0">
                <a:effectLst/>
                <a:latin typeface="Arial" panose="020B0604020202020204" pitchFamily="34" charset="0"/>
              </a:rPr>
              <a:t> le daban el nombre </a:t>
            </a:r>
            <a:r>
              <a:rPr lang="es-HN" dirty="0" err="1">
                <a:latin typeface="Arial" panose="020B0604020202020204" pitchFamily="34" charset="0"/>
              </a:rPr>
              <a:t>Fenonte</a:t>
            </a:r>
            <a:r>
              <a:rPr lang="es-HN" b="0" i="0" dirty="0">
                <a:effectLst/>
                <a:latin typeface="Arial" panose="020B0604020202020204" pitchFamily="34" charset="0"/>
              </a:rPr>
              <a:t>. Es uno de los objetos naturales más brillantes en un </a:t>
            </a:r>
            <a:r>
              <a:rPr lang="es-HN" dirty="0">
                <a:latin typeface="Arial" panose="020B0604020202020204" pitchFamily="34" charset="0"/>
              </a:rPr>
              <a:t>cielo nocturno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despejado, superado solo por la </a:t>
            </a:r>
            <a:r>
              <a:rPr lang="es-HN" dirty="0">
                <a:latin typeface="Arial" panose="020B0604020202020204" pitchFamily="34" charset="0"/>
              </a:rPr>
              <a:t>Luna</a:t>
            </a:r>
            <a:r>
              <a:rPr lang="es-HN" b="0" i="0" dirty="0">
                <a:effectLst/>
                <a:latin typeface="Arial" panose="020B0604020202020204" pitchFamily="34" charset="0"/>
              </a:rPr>
              <a:t>, </a:t>
            </a:r>
            <a:r>
              <a:rPr lang="es-HN" dirty="0">
                <a:latin typeface="Arial" panose="020B0604020202020204" pitchFamily="34" charset="0"/>
              </a:rPr>
              <a:t>Venus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algunas veces </a:t>
            </a:r>
            <a:r>
              <a:rPr lang="es-HN" dirty="0">
                <a:latin typeface="Arial" panose="020B0604020202020204" pitchFamily="34" charset="0"/>
              </a:rPr>
              <a:t>Marte</a:t>
            </a:r>
            <a:r>
              <a:rPr lang="es-HN" b="0" i="0" dirty="0">
                <a:effectLst/>
                <a:latin typeface="Arial" panose="020B0604020202020204" pitchFamily="34" charset="0"/>
              </a:rPr>
              <a:t>.</a:t>
            </a:r>
            <a:endParaRPr lang="es-HN" dirty="0"/>
          </a:p>
        </p:txBody>
      </p:sp>
      <p:pic>
        <p:nvPicPr>
          <p:cNvPr id="3074" name="Picture 2" descr="Imagem De Júpiter / A nasa anunciou em seu blog que registrou uma ...">
            <a:extLst>
              <a:ext uri="{FF2B5EF4-FFF2-40B4-BE49-F238E27FC236}">
                <a16:creationId xmlns:a16="http://schemas.microsoft.com/office/drawing/2014/main" id="{6C13C019-A370-6244-528A-E70E867A255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476" y="1789269"/>
            <a:ext cx="4532929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39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BD14-CE37-8C9D-206B-8424E57A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116" y="709372"/>
            <a:ext cx="2919090" cy="1293028"/>
          </a:xfrm>
        </p:spPr>
        <p:txBody>
          <a:bodyPr/>
          <a:lstStyle/>
          <a:p>
            <a:r>
              <a:rPr lang="en-US" dirty="0">
                <a:latin typeface="Bradley Hand ITC" panose="03070402050302030203" pitchFamily="66" charset="0"/>
              </a:rPr>
              <a:t>Saturno</a:t>
            </a:r>
            <a:endParaRPr lang="es-HN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6D6EC-08D4-F6CA-3AB8-F3E0A651AD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s-HN" b="1" i="0" dirty="0">
                <a:effectLst/>
                <a:latin typeface="Arial" panose="020B0604020202020204" pitchFamily="34" charset="0"/>
              </a:rPr>
              <a:t>Saturno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es el sexto </a:t>
            </a:r>
            <a:r>
              <a:rPr lang="es-HN" dirty="0">
                <a:latin typeface="Arial" panose="020B0604020202020204" pitchFamily="34" charset="0"/>
              </a:rPr>
              <a:t>planeta</a:t>
            </a:r>
            <a:r>
              <a:rPr lang="es-HN" b="0" i="0" dirty="0">
                <a:effectLst/>
                <a:latin typeface="Arial" panose="020B0604020202020204" pitchFamily="34" charset="0"/>
              </a:rPr>
              <a:t> del </a:t>
            </a:r>
            <a:r>
              <a:rPr lang="es-HN" dirty="0">
                <a:latin typeface="Arial" panose="020B0604020202020204" pitchFamily="34" charset="0"/>
              </a:rPr>
              <a:t>sistema solar</a:t>
            </a:r>
            <a:r>
              <a:rPr lang="es-HN" b="0" i="0" dirty="0">
                <a:effectLst/>
                <a:latin typeface="Arial" panose="020B0604020202020204" pitchFamily="34" charset="0"/>
              </a:rPr>
              <a:t> contando desde el </a:t>
            </a:r>
            <a:r>
              <a:rPr lang="es-HN" dirty="0">
                <a:latin typeface="Arial" panose="020B0604020202020204" pitchFamily="34" charset="0"/>
              </a:rPr>
              <a:t>Sol</a:t>
            </a:r>
            <a:r>
              <a:rPr lang="es-HN" b="0" i="0" dirty="0">
                <a:effectLst/>
                <a:latin typeface="Arial" panose="020B0604020202020204" pitchFamily="34" charset="0"/>
              </a:rPr>
              <a:t>, el segundo en tamaño y </a:t>
            </a:r>
            <a:r>
              <a:rPr lang="es-HN" dirty="0">
                <a:latin typeface="Arial" panose="020B0604020202020204" pitchFamily="34" charset="0"/>
              </a:rPr>
              <a:t>masa</a:t>
            </a:r>
            <a:r>
              <a:rPr lang="es-HN" b="0" i="0" dirty="0">
                <a:effectLst/>
                <a:latin typeface="Arial" panose="020B0604020202020204" pitchFamily="34" charset="0"/>
              </a:rPr>
              <a:t> después de </a:t>
            </a:r>
            <a:r>
              <a:rPr lang="es-HN" dirty="0">
                <a:latin typeface="Arial" panose="020B0604020202020204" pitchFamily="34" charset="0"/>
              </a:rPr>
              <a:t>Júpiter </a:t>
            </a:r>
            <a:r>
              <a:rPr lang="es-HN" b="0" i="0" dirty="0">
                <a:effectLst/>
                <a:latin typeface="Arial" panose="020B0604020202020204" pitchFamily="34" charset="0"/>
              </a:rPr>
              <a:t>y el único con un </a:t>
            </a:r>
            <a:r>
              <a:rPr lang="es-HN" dirty="0">
                <a:latin typeface="Arial" panose="020B0604020202020204" pitchFamily="34" charset="0"/>
              </a:rPr>
              <a:t>sistema de anillos </a:t>
            </a:r>
            <a:r>
              <a:rPr lang="es-HN" b="0" i="0" dirty="0">
                <a:effectLst/>
                <a:latin typeface="Arial" panose="020B0604020202020204" pitchFamily="34" charset="0"/>
              </a:rPr>
              <a:t>visible desde la </a:t>
            </a:r>
            <a:r>
              <a:rPr lang="es-HN" dirty="0">
                <a:latin typeface="Arial" panose="020B0604020202020204" pitchFamily="34" charset="0"/>
              </a:rPr>
              <a:t>Tierra</a:t>
            </a:r>
            <a:r>
              <a:rPr lang="es-HN" b="0" i="0" dirty="0">
                <a:effectLst/>
                <a:latin typeface="Arial" panose="020B0604020202020204" pitchFamily="34" charset="0"/>
              </a:rPr>
              <a:t>. Su nombre proviene del dios romano </a:t>
            </a:r>
            <a:r>
              <a:rPr lang="es-HN" dirty="0">
                <a:latin typeface="Arial" panose="020B0604020202020204" pitchFamily="34" charset="0"/>
              </a:rPr>
              <a:t>Saturno</a:t>
            </a:r>
            <a:r>
              <a:rPr lang="es-HN" b="0" i="0" dirty="0">
                <a:effectLst/>
                <a:latin typeface="Arial" panose="020B0604020202020204" pitchFamily="34" charset="0"/>
              </a:rPr>
              <a:t>. Forma parte de los denominados </a:t>
            </a:r>
            <a:r>
              <a:rPr lang="es-HN" dirty="0">
                <a:latin typeface="Arial" panose="020B0604020202020204" pitchFamily="34" charset="0"/>
              </a:rPr>
              <a:t>planetas exteriores</a:t>
            </a:r>
            <a:r>
              <a:rPr lang="es-HN" b="0" i="0" dirty="0">
                <a:effectLst/>
                <a:latin typeface="Arial" panose="020B0604020202020204" pitchFamily="34" charset="0"/>
              </a:rPr>
              <a:t> o gaseosos. El aspecto más característico de Saturno son sus brillantes y grandes anillos. Antes de la invención del </a:t>
            </a:r>
            <a:r>
              <a:rPr lang="es-HN" dirty="0">
                <a:latin typeface="Arial" panose="020B0604020202020204" pitchFamily="34" charset="0"/>
              </a:rPr>
              <a:t>telescopio</a:t>
            </a:r>
            <a:r>
              <a:rPr lang="es-HN" b="0" i="0" dirty="0">
                <a:effectLst/>
                <a:latin typeface="Arial" panose="020B0604020202020204" pitchFamily="34" charset="0"/>
              </a:rPr>
              <a:t>, Saturno era el más lejano de los planetas conocidos y, a simple vista, no parecía luminoso ni interesante.</a:t>
            </a:r>
            <a:endParaRPr lang="es-HN" dirty="0"/>
          </a:p>
        </p:txBody>
      </p:sp>
      <p:pic>
        <p:nvPicPr>
          <p:cNvPr id="4098" name="Picture 2" descr="Cómo se ve Saturno | Saturno desde la Tierra | Imágenes de Saturno ...">
            <a:extLst>
              <a:ext uri="{FF2B5EF4-FFF2-40B4-BE49-F238E27FC236}">
                <a16:creationId xmlns:a16="http://schemas.microsoft.com/office/drawing/2014/main" id="{02979E94-7C15-E437-4843-5F21C56A505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92764"/>
            <a:ext cx="5334000" cy="359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3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9E13-24B5-A0BD-5E20-30CBDE9E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116" y="639316"/>
            <a:ext cx="2760961" cy="1293028"/>
          </a:xfrm>
        </p:spPr>
        <p:txBody>
          <a:bodyPr/>
          <a:lstStyle/>
          <a:p>
            <a:r>
              <a:rPr lang="en-US" dirty="0">
                <a:latin typeface="Bradley Hand ITC" panose="03070402050302030203" pitchFamily="66" charset="0"/>
              </a:rPr>
              <a:t>Neptuno</a:t>
            </a:r>
            <a:endParaRPr lang="es-HN" dirty="0">
              <a:latin typeface="Bradley Hand ITC" panose="0307040205030203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F6C2-67D8-406B-B5D7-CFB1850BAD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s-HN" b="1" i="0" dirty="0">
                <a:effectLst/>
                <a:latin typeface="Arial" panose="020B0604020202020204" pitchFamily="34" charset="0"/>
              </a:rPr>
              <a:t>Neptuno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es el octavo </a:t>
            </a:r>
            <a:r>
              <a:rPr lang="es-HN" dirty="0">
                <a:latin typeface="Arial" panose="020B0604020202020204" pitchFamily="34" charset="0"/>
              </a:rPr>
              <a:t>planeta</a:t>
            </a:r>
            <a:r>
              <a:rPr lang="es-HN" b="0" i="0" dirty="0">
                <a:effectLst/>
                <a:latin typeface="Arial" panose="020B0604020202020204" pitchFamily="34" charset="0"/>
              </a:rPr>
              <a:t> en distancia respecto al </a:t>
            </a:r>
            <a:r>
              <a:rPr lang="es-HN" dirty="0">
                <a:latin typeface="Arial" panose="020B0604020202020204" pitchFamily="34" charset="0"/>
              </a:rPr>
              <a:t>Sol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el más lejano del </a:t>
            </a:r>
            <a:r>
              <a:rPr lang="es-HN" dirty="0">
                <a:latin typeface="Arial" panose="020B0604020202020204" pitchFamily="34" charset="0"/>
              </a:rPr>
              <a:t>sistema solar</a:t>
            </a:r>
            <a:r>
              <a:rPr lang="es-HN" b="0" i="0" dirty="0">
                <a:effectLst/>
                <a:latin typeface="Arial" panose="020B0604020202020204" pitchFamily="34" charset="0"/>
              </a:rPr>
              <a:t>. Forma parte de los denominados </a:t>
            </a:r>
            <a:r>
              <a:rPr lang="es-HN" dirty="0">
                <a:latin typeface="Arial" panose="020B0604020202020204" pitchFamily="34" charset="0"/>
              </a:rPr>
              <a:t>planetas exteriores</a:t>
            </a:r>
            <a:r>
              <a:rPr lang="es-HN" b="0" i="0" dirty="0">
                <a:effectLst/>
                <a:latin typeface="Arial" panose="020B0604020202020204" pitchFamily="34" charset="0"/>
              </a:rPr>
              <a:t>, y dentro de estos, es uno de los </a:t>
            </a:r>
            <a:r>
              <a:rPr lang="es-HN" dirty="0">
                <a:latin typeface="Arial" panose="020B0604020202020204" pitchFamily="34" charset="0"/>
              </a:rPr>
              <a:t>gigantes helados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es el primero que fue descubierto gracias a predicciones matemáticas. Su nombre fue puesto en honor al </a:t>
            </a:r>
            <a:r>
              <a:rPr lang="es-HN" dirty="0">
                <a:latin typeface="Arial" panose="020B0604020202020204" pitchFamily="34" charset="0"/>
              </a:rPr>
              <a:t>dios romano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del mar —</a:t>
            </a:r>
            <a:r>
              <a:rPr lang="es-HN" dirty="0">
                <a:latin typeface="Arial" panose="020B0604020202020204" pitchFamily="34" charset="0"/>
              </a:rPr>
              <a:t>Neptuno</a:t>
            </a:r>
            <a:r>
              <a:rPr lang="es-HN" b="0" i="0" dirty="0">
                <a:effectLst/>
                <a:latin typeface="Arial" panose="020B0604020202020204" pitchFamily="34" charset="0"/>
              </a:rPr>
              <a:t>—, y es el cuarto planeta en </a:t>
            </a:r>
            <a:r>
              <a:rPr lang="es-HN" dirty="0">
                <a:latin typeface="Arial" panose="020B0604020202020204" pitchFamily="34" charset="0"/>
              </a:rPr>
              <a:t>diámetro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el tercero más grande en </a:t>
            </a:r>
            <a:r>
              <a:rPr lang="es-HN" dirty="0">
                <a:latin typeface="Arial" panose="020B0604020202020204" pitchFamily="34" charset="0"/>
              </a:rPr>
              <a:t>masa</a:t>
            </a:r>
            <a:r>
              <a:rPr lang="es-HN" b="0" i="0" dirty="0">
                <a:effectLst/>
                <a:latin typeface="Arial" panose="020B0604020202020204" pitchFamily="34" charset="0"/>
              </a:rPr>
              <a:t>. Su masa es diecisiete veces la de la </a:t>
            </a:r>
            <a:r>
              <a:rPr lang="es-HN" dirty="0">
                <a:latin typeface="Arial" panose="020B0604020202020204" pitchFamily="34" charset="0"/>
              </a:rPr>
              <a:t>Tierra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ligeramente mayor que la de su planeta «gemelo» </a:t>
            </a:r>
            <a:r>
              <a:rPr lang="es-HN" dirty="0">
                <a:latin typeface="Arial" panose="020B0604020202020204" pitchFamily="34" charset="0"/>
              </a:rPr>
              <a:t>Urano</a:t>
            </a:r>
            <a:r>
              <a:rPr lang="es-HN" b="0" i="0" dirty="0">
                <a:effectLst/>
                <a:latin typeface="Arial" panose="020B0604020202020204" pitchFamily="34" charset="0"/>
              </a:rPr>
              <a:t>, que tiene quince </a:t>
            </a:r>
            <a:r>
              <a:rPr lang="es-HN" dirty="0">
                <a:latin typeface="Arial" panose="020B0604020202020204" pitchFamily="34" charset="0"/>
              </a:rPr>
              <a:t>masas terrestres</a:t>
            </a:r>
            <a:r>
              <a:rPr lang="es-HN" b="0" i="0" dirty="0">
                <a:effectLst/>
                <a:latin typeface="Arial" panose="020B0604020202020204" pitchFamily="34" charset="0"/>
              </a:rPr>
              <a:t> y no es tan denso.</a:t>
            </a:r>
            <a:endParaRPr lang="es-HN" dirty="0"/>
          </a:p>
        </p:txBody>
      </p:sp>
      <p:pic>
        <p:nvPicPr>
          <p:cNvPr id="5122" name="Picture 2" descr="Datos del planeta Neptuno para ninos, Información Interesante Neptuno">
            <a:extLst>
              <a:ext uri="{FF2B5EF4-FFF2-40B4-BE49-F238E27FC236}">
                <a16:creationId xmlns:a16="http://schemas.microsoft.com/office/drawing/2014/main" id="{753E3CBD-6B52-9032-BFF1-266C2CB0252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026" y="2268812"/>
            <a:ext cx="4514850" cy="353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71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168</TotalTime>
  <Words>869</Words>
  <Application>Microsoft Office PowerPoint</Application>
  <PresentationFormat>Widescreen</PresentationFormat>
  <Paragraphs>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Bradley Hand ITC</vt:lpstr>
      <vt:lpstr>Century Gothic</vt:lpstr>
      <vt:lpstr>Open Sans Condensed</vt:lpstr>
      <vt:lpstr>Roboto</vt:lpstr>
      <vt:lpstr>Vapor Trail</vt:lpstr>
      <vt:lpstr>Sistema solar</vt:lpstr>
      <vt:lpstr>PowerPoint Presentation</vt:lpstr>
      <vt:lpstr>Sistema Solar</vt:lpstr>
      <vt:lpstr>El Sol</vt:lpstr>
      <vt:lpstr>Mercurio</vt:lpstr>
      <vt:lpstr>Venus</vt:lpstr>
      <vt:lpstr>tierra</vt:lpstr>
      <vt:lpstr>marte</vt:lpstr>
      <vt:lpstr>Centro de asteroides</vt:lpstr>
      <vt:lpstr>jupiter</vt:lpstr>
      <vt:lpstr>Saturno</vt:lpstr>
      <vt:lpstr>Neptuno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Sindy Pacheco</dc:creator>
  <cp:lastModifiedBy>Sindy Pacheco</cp:lastModifiedBy>
  <cp:revision>3</cp:revision>
  <dcterms:created xsi:type="dcterms:W3CDTF">2025-03-20T21:37:33Z</dcterms:created>
  <dcterms:modified xsi:type="dcterms:W3CDTF">2025-03-27T21:50:26Z</dcterms:modified>
</cp:coreProperties>
</file>